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4" r:id="rId4"/>
    <p:sldMasterId id="2147483821" r:id="rId5"/>
  </p:sldMasterIdLst>
  <p:notesMasterIdLst>
    <p:notesMasterId r:id="rId21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71" r:id="rId13"/>
    <p:sldId id="272" r:id="rId14"/>
    <p:sldId id="263" r:id="rId15"/>
    <p:sldId id="266" r:id="rId16"/>
    <p:sldId id="267" r:id="rId17"/>
    <p:sldId id="268" r:id="rId18"/>
    <p:sldId id="269" r:id="rId19"/>
    <p:sldId id="270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0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svg"/><Relationship Id="rId1" Type="http://schemas.openxmlformats.org/officeDocument/2006/relationships/image" Target="../media/image23.svg"/></Relationships>
</file>

<file path=ppt/diagrams/_rels/data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svg"/><Relationship Id="rId1" Type="http://schemas.openxmlformats.org/officeDocument/2006/relationships/image" Target="../media/image26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37.svg"/><Relationship Id="rId1" Type="http://schemas.openxmlformats.org/officeDocument/2006/relationships/image" Target="../media/image36.svg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svg"/><Relationship Id="rId1" Type="http://schemas.openxmlformats.org/officeDocument/2006/relationships/image" Target="../media/image23.svg"/></Relationships>
</file>

<file path=ppt/diagrams/_rels/drawing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svg"/><Relationship Id="rId1" Type="http://schemas.openxmlformats.org/officeDocument/2006/relationships/image" Target="../media/image26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37.svg"/><Relationship Id="rId1" Type="http://schemas.openxmlformats.org/officeDocument/2006/relationships/image" Target="../media/image3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4">
  <dgm:title val=""/>
  <dgm:desc val=""/>
  <dgm:catLst>
    <dgm:cat type="accent1" pri="11400"/>
  </dgm:catLst>
  <dgm:styleLbl name="node0">
    <dgm:fillClrLst meth="cycle">
      <a:schemeClr val="accent1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1">
        <a:shade val="50000"/>
      </a:schemeClr>
      <a:schemeClr val="accent1">
        <a:tint val="55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1">
        <a:shade val="80000"/>
        <a:alpha val="50000"/>
      </a:schemeClr>
      <a:schemeClr val="accent1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55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7518C58-B108-42D2-9B61-6FF69C9F7A85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7C9073C-AAA2-436F-AA2D-D0C403E51B2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Unemployment defines economic standings, regional inequality, demographic patterns, migration patterns, etc.</a:t>
          </a:r>
        </a:p>
      </dgm:t>
    </dgm:pt>
    <dgm:pt modelId="{02DE9C6E-3183-430B-858A-8D93BCFA5809}" type="parTrans" cxnId="{0613CBE1-11BF-455C-B233-CEF0067D08B9}">
      <dgm:prSet/>
      <dgm:spPr/>
      <dgm:t>
        <a:bodyPr/>
        <a:lstStyle/>
        <a:p>
          <a:endParaRPr lang="en-US"/>
        </a:p>
      </dgm:t>
    </dgm:pt>
    <dgm:pt modelId="{F66CA50A-16AB-4E1D-86B4-12DAF698EDDD}" type="sibTrans" cxnId="{0613CBE1-11BF-455C-B233-CEF0067D08B9}">
      <dgm:prSet/>
      <dgm:spPr/>
      <dgm:t>
        <a:bodyPr/>
        <a:lstStyle/>
        <a:p>
          <a:endParaRPr lang="en-US"/>
        </a:p>
      </dgm:t>
    </dgm:pt>
    <dgm:pt modelId="{06398E80-1745-498D-85B3-620C917E911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Historical changes in unemployment define periods of expansion/recession</a:t>
          </a:r>
        </a:p>
      </dgm:t>
    </dgm:pt>
    <dgm:pt modelId="{6F8DED3D-5086-4997-BA17-410639451F08}" type="parTrans" cxnId="{6F719259-CEAF-4EDF-B8A8-D96F7B64C6B6}">
      <dgm:prSet/>
      <dgm:spPr/>
      <dgm:t>
        <a:bodyPr/>
        <a:lstStyle/>
        <a:p>
          <a:endParaRPr lang="en-US"/>
        </a:p>
      </dgm:t>
    </dgm:pt>
    <dgm:pt modelId="{30A5C1F9-F3D8-45F2-9BF4-AFCACC1669C4}" type="sibTrans" cxnId="{6F719259-CEAF-4EDF-B8A8-D96F7B64C6B6}">
      <dgm:prSet/>
      <dgm:spPr/>
      <dgm:t>
        <a:bodyPr/>
        <a:lstStyle/>
        <a:p>
          <a:endParaRPr lang="en-US"/>
        </a:p>
      </dgm:t>
    </dgm:pt>
    <dgm:pt modelId="{4C632BE4-305B-4066-B1C5-2CD49B8D3788}" type="pres">
      <dgm:prSet presAssocID="{27518C58-B108-42D2-9B61-6FF69C9F7A85}" presName="root" presStyleCnt="0">
        <dgm:presLayoutVars>
          <dgm:dir/>
          <dgm:resizeHandles val="exact"/>
        </dgm:presLayoutVars>
      </dgm:prSet>
      <dgm:spPr/>
    </dgm:pt>
    <dgm:pt modelId="{0C99EA12-F3FB-4F03-9DFA-B8EBF899B928}" type="pres">
      <dgm:prSet presAssocID="{37C9073C-AAA2-436F-AA2D-D0C403E51B25}" presName="compNode" presStyleCnt="0"/>
      <dgm:spPr/>
    </dgm:pt>
    <dgm:pt modelId="{E25D09EA-5EBA-4F03-AE2E-946C906375D9}" type="pres">
      <dgm:prSet presAssocID="{37C9073C-AAA2-436F-AA2D-D0C403E51B25}" presName="bgRect" presStyleLbl="bgShp" presStyleIdx="0" presStyleCnt="2"/>
      <dgm:spPr/>
    </dgm:pt>
    <dgm:pt modelId="{C94F0B44-90D9-449F-835F-C39E8836F537}" type="pres">
      <dgm:prSet presAssocID="{37C9073C-AAA2-436F-AA2D-D0C403E51B25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usiness Growth"/>
        </a:ext>
      </dgm:extLst>
    </dgm:pt>
    <dgm:pt modelId="{F2C970D1-B424-4A80-BA4B-78C868267520}" type="pres">
      <dgm:prSet presAssocID="{37C9073C-AAA2-436F-AA2D-D0C403E51B25}" presName="spaceRect" presStyleCnt="0"/>
      <dgm:spPr/>
    </dgm:pt>
    <dgm:pt modelId="{C0455FDC-1A5B-45B1-87C4-6B0C5D2C8F5F}" type="pres">
      <dgm:prSet presAssocID="{37C9073C-AAA2-436F-AA2D-D0C403E51B25}" presName="parTx" presStyleLbl="revTx" presStyleIdx="0" presStyleCnt="2">
        <dgm:presLayoutVars>
          <dgm:chMax val="0"/>
          <dgm:chPref val="0"/>
        </dgm:presLayoutVars>
      </dgm:prSet>
      <dgm:spPr/>
    </dgm:pt>
    <dgm:pt modelId="{2A178385-481A-49E0-8456-4418BA1AA077}" type="pres">
      <dgm:prSet presAssocID="{F66CA50A-16AB-4E1D-86B4-12DAF698EDDD}" presName="sibTrans" presStyleCnt="0"/>
      <dgm:spPr/>
    </dgm:pt>
    <dgm:pt modelId="{65DEC18D-A4FD-4F57-B63B-5BD03967D388}" type="pres">
      <dgm:prSet presAssocID="{06398E80-1745-498D-85B3-620C917E9115}" presName="compNode" presStyleCnt="0"/>
      <dgm:spPr/>
    </dgm:pt>
    <dgm:pt modelId="{6E8320E5-228F-4271-8395-A9AE00899405}" type="pres">
      <dgm:prSet presAssocID="{06398E80-1745-498D-85B3-620C917E9115}" presName="bgRect" presStyleLbl="bgShp" presStyleIdx="1" presStyleCnt="2"/>
      <dgm:spPr/>
    </dgm:pt>
    <dgm:pt modelId="{3C611FB5-CC02-43F3-B126-4BD29A1168A4}" type="pres">
      <dgm:prSet presAssocID="{06398E80-1745-498D-85B3-620C917E9115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Graph with Downward Trend"/>
        </a:ext>
      </dgm:extLst>
    </dgm:pt>
    <dgm:pt modelId="{DFAF0E6B-BD4F-49CA-A5EC-D5D4B111E0DA}" type="pres">
      <dgm:prSet presAssocID="{06398E80-1745-498D-85B3-620C917E9115}" presName="spaceRect" presStyleCnt="0"/>
      <dgm:spPr/>
    </dgm:pt>
    <dgm:pt modelId="{3B391AF9-FDFA-42E2-B64C-BAD047FF2FD7}" type="pres">
      <dgm:prSet presAssocID="{06398E80-1745-498D-85B3-620C917E9115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5535D41A-F0C4-4F05-B8B0-70062C111576}" type="presOf" srcId="{37C9073C-AAA2-436F-AA2D-D0C403E51B25}" destId="{C0455FDC-1A5B-45B1-87C4-6B0C5D2C8F5F}" srcOrd="0" destOrd="0" presId="urn:microsoft.com/office/officeart/2018/2/layout/IconVerticalSolidList"/>
    <dgm:cxn modelId="{6F719259-CEAF-4EDF-B8A8-D96F7B64C6B6}" srcId="{27518C58-B108-42D2-9B61-6FF69C9F7A85}" destId="{06398E80-1745-498D-85B3-620C917E9115}" srcOrd="1" destOrd="0" parTransId="{6F8DED3D-5086-4997-BA17-410639451F08}" sibTransId="{30A5C1F9-F3D8-45F2-9BF4-AFCACC1669C4}"/>
    <dgm:cxn modelId="{C94AF2A1-1E85-4C76-AFE6-7B92A34636C4}" type="presOf" srcId="{06398E80-1745-498D-85B3-620C917E9115}" destId="{3B391AF9-FDFA-42E2-B64C-BAD047FF2FD7}" srcOrd="0" destOrd="0" presId="urn:microsoft.com/office/officeart/2018/2/layout/IconVerticalSolidList"/>
    <dgm:cxn modelId="{A82AE7D0-8A4A-460D-BFB1-8B619DB052CF}" type="presOf" srcId="{27518C58-B108-42D2-9B61-6FF69C9F7A85}" destId="{4C632BE4-305B-4066-B1C5-2CD49B8D3788}" srcOrd="0" destOrd="0" presId="urn:microsoft.com/office/officeart/2018/2/layout/IconVerticalSolidList"/>
    <dgm:cxn modelId="{0613CBE1-11BF-455C-B233-CEF0067D08B9}" srcId="{27518C58-B108-42D2-9B61-6FF69C9F7A85}" destId="{37C9073C-AAA2-436F-AA2D-D0C403E51B25}" srcOrd="0" destOrd="0" parTransId="{02DE9C6E-3183-430B-858A-8D93BCFA5809}" sibTransId="{F66CA50A-16AB-4E1D-86B4-12DAF698EDDD}"/>
    <dgm:cxn modelId="{B1FAF31F-D5F8-4CCB-8C1C-A46B38AD4980}" type="presParOf" srcId="{4C632BE4-305B-4066-B1C5-2CD49B8D3788}" destId="{0C99EA12-F3FB-4F03-9DFA-B8EBF899B928}" srcOrd="0" destOrd="0" presId="urn:microsoft.com/office/officeart/2018/2/layout/IconVerticalSolidList"/>
    <dgm:cxn modelId="{36298E89-67A2-4468-8BE1-FC47D1D15CAC}" type="presParOf" srcId="{0C99EA12-F3FB-4F03-9DFA-B8EBF899B928}" destId="{E25D09EA-5EBA-4F03-AE2E-946C906375D9}" srcOrd="0" destOrd="0" presId="urn:microsoft.com/office/officeart/2018/2/layout/IconVerticalSolidList"/>
    <dgm:cxn modelId="{9D835C2F-EF10-40B8-B45E-2FFFDF24421C}" type="presParOf" srcId="{0C99EA12-F3FB-4F03-9DFA-B8EBF899B928}" destId="{C94F0B44-90D9-449F-835F-C39E8836F537}" srcOrd="1" destOrd="0" presId="urn:microsoft.com/office/officeart/2018/2/layout/IconVerticalSolidList"/>
    <dgm:cxn modelId="{13FE4D1F-E10E-4005-B185-1217E5E72960}" type="presParOf" srcId="{0C99EA12-F3FB-4F03-9DFA-B8EBF899B928}" destId="{F2C970D1-B424-4A80-BA4B-78C868267520}" srcOrd="2" destOrd="0" presId="urn:microsoft.com/office/officeart/2018/2/layout/IconVerticalSolidList"/>
    <dgm:cxn modelId="{5E7B9BA5-F3A0-49CE-A3D5-E4141CCE5D69}" type="presParOf" srcId="{0C99EA12-F3FB-4F03-9DFA-B8EBF899B928}" destId="{C0455FDC-1A5B-45B1-87C4-6B0C5D2C8F5F}" srcOrd="3" destOrd="0" presId="urn:microsoft.com/office/officeart/2018/2/layout/IconVerticalSolidList"/>
    <dgm:cxn modelId="{1021990C-D0E7-4710-8993-4CE777D3028A}" type="presParOf" srcId="{4C632BE4-305B-4066-B1C5-2CD49B8D3788}" destId="{2A178385-481A-49E0-8456-4418BA1AA077}" srcOrd="1" destOrd="0" presId="urn:microsoft.com/office/officeart/2018/2/layout/IconVerticalSolidList"/>
    <dgm:cxn modelId="{6EC45037-C306-48A7-97DE-CA03FB7C1111}" type="presParOf" srcId="{4C632BE4-305B-4066-B1C5-2CD49B8D3788}" destId="{65DEC18D-A4FD-4F57-B63B-5BD03967D388}" srcOrd="2" destOrd="0" presId="urn:microsoft.com/office/officeart/2018/2/layout/IconVerticalSolidList"/>
    <dgm:cxn modelId="{A6CAB1A4-C0D3-4901-9F9B-F12C57E754C0}" type="presParOf" srcId="{65DEC18D-A4FD-4F57-B63B-5BD03967D388}" destId="{6E8320E5-228F-4271-8395-A9AE00899405}" srcOrd="0" destOrd="0" presId="urn:microsoft.com/office/officeart/2018/2/layout/IconVerticalSolidList"/>
    <dgm:cxn modelId="{D6035BAD-C284-4BEA-9A0A-D62B5E04C2FB}" type="presParOf" srcId="{65DEC18D-A4FD-4F57-B63B-5BD03967D388}" destId="{3C611FB5-CC02-43F3-B126-4BD29A1168A4}" srcOrd="1" destOrd="0" presId="urn:microsoft.com/office/officeart/2018/2/layout/IconVerticalSolidList"/>
    <dgm:cxn modelId="{E6AEA753-951A-438B-BDC8-1E717D65B952}" type="presParOf" srcId="{65DEC18D-A4FD-4F57-B63B-5BD03967D388}" destId="{DFAF0E6B-BD4F-49CA-A5EC-D5D4B111E0DA}" srcOrd="2" destOrd="0" presId="urn:microsoft.com/office/officeart/2018/2/layout/IconVerticalSolidList"/>
    <dgm:cxn modelId="{5EDFFCC9-F23A-4F4B-A38F-336EA48D2A10}" type="presParOf" srcId="{65DEC18D-A4FD-4F57-B63B-5BD03967D388}" destId="{3B391AF9-FDFA-42E2-B64C-BAD047FF2FD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766330C-DD63-4915-8703-1CCC40DD8D3D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D906DFA-D63E-4080-B7D6-6795E3CC48B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aseline="0"/>
            <a:t>Identify historical points of change in unemployment rate</a:t>
          </a:r>
          <a:endParaRPr lang="en-US"/>
        </a:p>
      </dgm:t>
    </dgm:pt>
    <dgm:pt modelId="{139CA699-6F48-4F3A-9034-88B3FC6C68D9}" type="parTrans" cxnId="{25851244-FABD-46F0-B002-84FA822A1B9B}">
      <dgm:prSet/>
      <dgm:spPr/>
      <dgm:t>
        <a:bodyPr/>
        <a:lstStyle/>
        <a:p>
          <a:endParaRPr lang="en-US"/>
        </a:p>
      </dgm:t>
    </dgm:pt>
    <dgm:pt modelId="{7106AB13-1661-4F75-A0C2-E58080B92D50}" type="sibTrans" cxnId="{25851244-FABD-46F0-B002-84FA822A1B9B}">
      <dgm:prSet/>
      <dgm:spPr/>
      <dgm:t>
        <a:bodyPr/>
        <a:lstStyle/>
        <a:p>
          <a:endParaRPr lang="en-US"/>
        </a:p>
      </dgm:t>
    </dgm:pt>
    <dgm:pt modelId="{5B1FCD3E-1862-4FB7-82C7-2BD93E10D35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aseline="0"/>
            <a:t>Analyze and determine if geographic location in the US effects unemployment rate</a:t>
          </a:r>
          <a:endParaRPr lang="en-US"/>
        </a:p>
      </dgm:t>
    </dgm:pt>
    <dgm:pt modelId="{EDBE2CC9-3281-47DF-9C68-602D7DC8847C}" type="parTrans" cxnId="{051D69E3-7FCE-4F83-974E-EEC318AD2FA7}">
      <dgm:prSet/>
      <dgm:spPr/>
      <dgm:t>
        <a:bodyPr/>
        <a:lstStyle/>
        <a:p>
          <a:endParaRPr lang="en-US"/>
        </a:p>
      </dgm:t>
    </dgm:pt>
    <dgm:pt modelId="{03D6B419-3124-47D6-ABB0-D8B38DEE22DC}" type="sibTrans" cxnId="{051D69E3-7FCE-4F83-974E-EEC318AD2FA7}">
      <dgm:prSet/>
      <dgm:spPr/>
      <dgm:t>
        <a:bodyPr/>
        <a:lstStyle/>
        <a:p>
          <a:endParaRPr lang="en-US"/>
        </a:p>
      </dgm:t>
    </dgm:pt>
    <dgm:pt modelId="{50D997D8-E2FE-42F8-918E-C6340A67C8B3}" type="pres">
      <dgm:prSet presAssocID="{1766330C-DD63-4915-8703-1CCC40DD8D3D}" presName="root" presStyleCnt="0">
        <dgm:presLayoutVars>
          <dgm:dir/>
          <dgm:resizeHandles val="exact"/>
        </dgm:presLayoutVars>
      </dgm:prSet>
      <dgm:spPr/>
    </dgm:pt>
    <dgm:pt modelId="{CA51598A-EDFC-468C-8569-C415302EF3E2}" type="pres">
      <dgm:prSet presAssocID="{AD906DFA-D63E-4080-B7D6-6795E3CC48B2}" presName="compNode" presStyleCnt="0"/>
      <dgm:spPr/>
    </dgm:pt>
    <dgm:pt modelId="{2475614D-9535-4036-BAE0-DF5ECE721F70}" type="pres">
      <dgm:prSet presAssocID="{AD906DFA-D63E-4080-B7D6-6795E3CC48B2}" presName="bgRect" presStyleLbl="bgShp" presStyleIdx="0" presStyleCnt="2"/>
      <dgm:spPr/>
    </dgm:pt>
    <dgm:pt modelId="{B235EFDA-1DDE-4A98-BD10-055F271B1EDA}" type="pres">
      <dgm:prSet presAssocID="{AD906DFA-D63E-4080-B7D6-6795E3CC48B2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1A6421E5-ED65-4996-A771-6CD5F73ADFD0}" type="pres">
      <dgm:prSet presAssocID="{AD906DFA-D63E-4080-B7D6-6795E3CC48B2}" presName="spaceRect" presStyleCnt="0"/>
      <dgm:spPr/>
    </dgm:pt>
    <dgm:pt modelId="{DF47FD67-F4F8-44A2-B9AC-F6F1A367D14A}" type="pres">
      <dgm:prSet presAssocID="{AD906DFA-D63E-4080-B7D6-6795E3CC48B2}" presName="parTx" presStyleLbl="revTx" presStyleIdx="0" presStyleCnt="2">
        <dgm:presLayoutVars>
          <dgm:chMax val="0"/>
          <dgm:chPref val="0"/>
        </dgm:presLayoutVars>
      </dgm:prSet>
      <dgm:spPr/>
    </dgm:pt>
    <dgm:pt modelId="{DD0A4761-DBBE-45E4-804E-0B95DB3483A2}" type="pres">
      <dgm:prSet presAssocID="{7106AB13-1661-4F75-A0C2-E58080B92D50}" presName="sibTrans" presStyleCnt="0"/>
      <dgm:spPr/>
    </dgm:pt>
    <dgm:pt modelId="{067C439A-3235-4546-ACB2-454C3D5DEC9D}" type="pres">
      <dgm:prSet presAssocID="{5B1FCD3E-1862-4FB7-82C7-2BD93E10D352}" presName="compNode" presStyleCnt="0"/>
      <dgm:spPr/>
    </dgm:pt>
    <dgm:pt modelId="{C896E3CD-B0F2-4CF2-9A25-972080BF10F4}" type="pres">
      <dgm:prSet presAssocID="{5B1FCD3E-1862-4FB7-82C7-2BD93E10D352}" presName="bgRect" presStyleLbl="bgShp" presStyleIdx="1" presStyleCnt="2"/>
      <dgm:spPr/>
    </dgm:pt>
    <dgm:pt modelId="{72176A40-1A5D-44DC-B5DD-F6328AA99DD4}" type="pres">
      <dgm:prSet presAssocID="{5B1FCD3E-1862-4FB7-82C7-2BD93E10D352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rker"/>
        </a:ext>
      </dgm:extLst>
    </dgm:pt>
    <dgm:pt modelId="{9CA6A6FD-1B40-4544-BBB6-778D1631C7E1}" type="pres">
      <dgm:prSet presAssocID="{5B1FCD3E-1862-4FB7-82C7-2BD93E10D352}" presName="spaceRect" presStyleCnt="0"/>
      <dgm:spPr/>
    </dgm:pt>
    <dgm:pt modelId="{E8C7A3A6-F9B8-42F7-A433-8EC1DAB40406}" type="pres">
      <dgm:prSet presAssocID="{5B1FCD3E-1862-4FB7-82C7-2BD93E10D352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25851244-FABD-46F0-B002-84FA822A1B9B}" srcId="{1766330C-DD63-4915-8703-1CCC40DD8D3D}" destId="{AD906DFA-D63E-4080-B7D6-6795E3CC48B2}" srcOrd="0" destOrd="0" parTransId="{139CA699-6F48-4F3A-9034-88B3FC6C68D9}" sibTransId="{7106AB13-1661-4F75-A0C2-E58080B92D50}"/>
    <dgm:cxn modelId="{0791509B-78DF-4876-90BE-465F2E5BF766}" type="presOf" srcId="{AD906DFA-D63E-4080-B7D6-6795E3CC48B2}" destId="{DF47FD67-F4F8-44A2-B9AC-F6F1A367D14A}" srcOrd="0" destOrd="0" presId="urn:microsoft.com/office/officeart/2018/2/layout/IconVerticalSolidList"/>
    <dgm:cxn modelId="{B0562BB9-39C1-4402-B1C3-63EC566F5FCA}" type="presOf" srcId="{1766330C-DD63-4915-8703-1CCC40DD8D3D}" destId="{50D997D8-E2FE-42F8-918E-C6340A67C8B3}" srcOrd="0" destOrd="0" presId="urn:microsoft.com/office/officeart/2018/2/layout/IconVerticalSolidList"/>
    <dgm:cxn modelId="{051D69E3-7FCE-4F83-974E-EEC318AD2FA7}" srcId="{1766330C-DD63-4915-8703-1CCC40DD8D3D}" destId="{5B1FCD3E-1862-4FB7-82C7-2BD93E10D352}" srcOrd="1" destOrd="0" parTransId="{EDBE2CC9-3281-47DF-9C68-602D7DC8847C}" sibTransId="{03D6B419-3124-47D6-ABB0-D8B38DEE22DC}"/>
    <dgm:cxn modelId="{03A2E0F1-4818-4E86-9C9A-5CB12F7BF4E0}" type="presOf" srcId="{5B1FCD3E-1862-4FB7-82C7-2BD93E10D352}" destId="{E8C7A3A6-F9B8-42F7-A433-8EC1DAB40406}" srcOrd="0" destOrd="0" presId="urn:microsoft.com/office/officeart/2018/2/layout/IconVerticalSolidList"/>
    <dgm:cxn modelId="{D158E6EB-BBFF-4D4A-B048-DD46722423C7}" type="presParOf" srcId="{50D997D8-E2FE-42F8-918E-C6340A67C8B3}" destId="{CA51598A-EDFC-468C-8569-C415302EF3E2}" srcOrd="0" destOrd="0" presId="urn:microsoft.com/office/officeart/2018/2/layout/IconVerticalSolidList"/>
    <dgm:cxn modelId="{94636B4F-1732-487F-953C-6B57BBC33148}" type="presParOf" srcId="{CA51598A-EDFC-468C-8569-C415302EF3E2}" destId="{2475614D-9535-4036-BAE0-DF5ECE721F70}" srcOrd="0" destOrd="0" presId="urn:microsoft.com/office/officeart/2018/2/layout/IconVerticalSolidList"/>
    <dgm:cxn modelId="{339812AD-A338-4D62-B850-0468B4023D0A}" type="presParOf" srcId="{CA51598A-EDFC-468C-8569-C415302EF3E2}" destId="{B235EFDA-1DDE-4A98-BD10-055F271B1EDA}" srcOrd="1" destOrd="0" presId="urn:microsoft.com/office/officeart/2018/2/layout/IconVerticalSolidList"/>
    <dgm:cxn modelId="{CED57573-07A7-4374-A899-94B62C1E1B9F}" type="presParOf" srcId="{CA51598A-EDFC-468C-8569-C415302EF3E2}" destId="{1A6421E5-ED65-4996-A771-6CD5F73ADFD0}" srcOrd="2" destOrd="0" presId="urn:microsoft.com/office/officeart/2018/2/layout/IconVerticalSolidList"/>
    <dgm:cxn modelId="{F8C9F001-C72F-4BB8-9DE1-5488DD970B59}" type="presParOf" srcId="{CA51598A-EDFC-468C-8569-C415302EF3E2}" destId="{DF47FD67-F4F8-44A2-B9AC-F6F1A367D14A}" srcOrd="3" destOrd="0" presId="urn:microsoft.com/office/officeart/2018/2/layout/IconVerticalSolidList"/>
    <dgm:cxn modelId="{CDF68344-CA17-4251-9B19-02D2EF98A714}" type="presParOf" srcId="{50D997D8-E2FE-42F8-918E-C6340A67C8B3}" destId="{DD0A4761-DBBE-45E4-804E-0B95DB3483A2}" srcOrd="1" destOrd="0" presId="urn:microsoft.com/office/officeart/2018/2/layout/IconVerticalSolidList"/>
    <dgm:cxn modelId="{6C8A6CDC-AEFB-4232-B814-56D016796215}" type="presParOf" srcId="{50D997D8-E2FE-42F8-918E-C6340A67C8B3}" destId="{067C439A-3235-4546-ACB2-454C3D5DEC9D}" srcOrd="2" destOrd="0" presId="urn:microsoft.com/office/officeart/2018/2/layout/IconVerticalSolidList"/>
    <dgm:cxn modelId="{8852F8EC-9AD8-4075-AE6C-B147C2F2E641}" type="presParOf" srcId="{067C439A-3235-4546-ACB2-454C3D5DEC9D}" destId="{C896E3CD-B0F2-4CF2-9A25-972080BF10F4}" srcOrd="0" destOrd="0" presId="urn:microsoft.com/office/officeart/2018/2/layout/IconVerticalSolidList"/>
    <dgm:cxn modelId="{F67BD566-D6B4-42B7-B496-6FD68A47B05D}" type="presParOf" srcId="{067C439A-3235-4546-ACB2-454C3D5DEC9D}" destId="{72176A40-1A5D-44DC-B5DD-F6328AA99DD4}" srcOrd="1" destOrd="0" presId="urn:microsoft.com/office/officeart/2018/2/layout/IconVerticalSolidList"/>
    <dgm:cxn modelId="{8EFD2A8A-05B5-468B-9C4D-D38BCC108D71}" type="presParOf" srcId="{067C439A-3235-4546-ACB2-454C3D5DEC9D}" destId="{9CA6A6FD-1B40-4544-BBB6-778D1631C7E1}" srcOrd="2" destOrd="0" presId="urn:microsoft.com/office/officeart/2018/2/layout/IconVerticalSolidList"/>
    <dgm:cxn modelId="{CFFB1E9E-9B2B-4970-A4B2-2163F385718C}" type="presParOf" srcId="{067C439A-3235-4546-ACB2-454C3D5DEC9D}" destId="{E8C7A3A6-F9B8-42F7-A433-8EC1DAB4040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1A8D681-7EDB-4D06-9CE5-8A24597060CB}" type="doc">
      <dgm:prSet loTypeId="urn:microsoft.com/office/officeart/2009/3/layout/HorizontalOrganizationChart" loCatId="hierarchy" qsTypeId="urn:microsoft.com/office/officeart/2005/8/quickstyle/simple1" qsCatId="simple" csTypeId="urn:microsoft.com/office/officeart/2005/8/colors/accent1_4" csCatId="accent1"/>
      <dgm:spPr/>
      <dgm:t>
        <a:bodyPr/>
        <a:lstStyle/>
        <a:p>
          <a:endParaRPr lang="en-US"/>
        </a:p>
      </dgm:t>
    </dgm:pt>
    <dgm:pt modelId="{7394935A-E880-4466-A610-FC867F424B13}">
      <dgm:prSet/>
      <dgm:spPr/>
      <dgm:t>
        <a:bodyPr/>
        <a:lstStyle/>
        <a:p>
          <a:r>
            <a:rPr lang="en-US" baseline="0"/>
            <a:t>COVID-19 spike and recovery (2020 – 2023)</a:t>
          </a:r>
          <a:endParaRPr lang="en-US"/>
        </a:p>
      </dgm:t>
    </dgm:pt>
    <dgm:pt modelId="{BC6F24A7-E2CF-42D9-87DE-9C0A6E8BCA0A}" type="parTrans" cxnId="{7E2891C4-413B-4156-B313-E27DE2C3F7A6}">
      <dgm:prSet/>
      <dgm:spPr/>
      <dgm:t>
        <a:bodyPr/>
        <a:lstStyle/>
        <a:p>
          <a:endParaRPr lang="en-US"/>
        </a:p>
      </dgm:t>
    </dgm:pt>
    <dgm:pt modelId="{C4AD637C-412E-4BE9-9DA8-26FE28B55072}" type="sibTrans" cxnId="{7E2891C4-413B-4156-B313-E27DE2C3F7A6}">
      <dgm:prSet/>
      <dgm:spPr/>
      <dgm:t>
        <a:bodyPr/>
        <a:lstStyle/>
        <a:p>
          <a:endParaRPr lang="en-US"/>
        </a:p>
      </dgm:t>
    </dgm:pt>
    <dgm:pt modelId="{8BE495B7-DA54-4316-BD04-48C3CA8CEA9A}">
      <dgm:prSet/>
      <dgm:spPr/>
      <dgm:t>
        <a:bodyPr/>
        <a:lstStyle/>
        <a:p>
          <a:r>
            <a:rPr lang="en-US" baseline="0"/>
            <a:t>Great Recession recovery (2012 – 2018)</a:t>
          </a:r>
          <a:endParaRPr lang="en-US"/>
        </a:p>
      </dgm:t>
    </dgm:pt>
    <dgm:pt modelId="{0DDC0225-F54C-4F90-91FA-1D24ED084F74}" type="parTrans" cxnId="{7A79F417-CD6B-46CD-A40D-8CDEE88AFD0D}">
      <dgm:prSet/>
      <dgm:spPr/>
      <dgm:t>
        <a:bodyPr/>
        <a:lstStyle/>
        <a:p>
          <a:endParaRPr lang="en-US"/>
        </a:p>
      </dgm:t>
    </dgm:pt>
    <dgm:pt modelId="{8E12A41F-FFDF-4895-8769-9879A47A24F0}" type="sibTrans" cxnId="{7A79F417-CD6B-46CD-A40D-8CDEE88AFD0D}">
      <dgm:prSet/>
      <dgm:spPr/>
      <dgm:t>
        <a:bodyPr/>
        <a:lstStyle/>
        <a:p>
          <a:endParaRPr lang="en-US"/>
        </a:p>
      </dgm:t>
    </dgm:pt>
    <dgm:pt modelId="{A07FD523-A2FF-448B-9E3E-B6D66552848D}">
      <dgm:prSet/>
      <dgm:spPr/>
      <dgm:t>
        <a:bodyPr/>
        <a:lstStyle/>
        <a:p>
          <a:r>
            <a:rPr lang="en-US" baseline="0"/>
            <a:t>“Full employment” plateau (2018 – 2020)</a:t>
          </a:r>
          <a:endParaRPr lang="en-US"/>
        </a:p>
      </dgm:t>
    </dgm:pt>
    <dgm:pt modelId="{BD7FEFEC-56C5-4AF3-BB03-931837628758}" type="parTrans" cxnId="{684C2815-B14A-43E9-8F79-4ED7525F1019}">
      <dgm:prSet/>
      <dgm:spPr/>
      <dgm:t>
        <a:bodyPr/>
        <a:lstStyle/>
        <a:p>
          <a:endParaRPr lang="en-US"/>
        </a:p>
      </dgm:t>
    </dgm:pt>
    <dgm:pt modelId="{DB4BB1C6-39DE-4C93-87AC-9D7F469E326B}" type="sibTrans" cxnId="{684C2815-B14A-43E9-8F79-4ED7525F1019}">
      <dgm:prSet/>
      <dgm:spPr/>
      <dgm:t>
        <a:bodyPr/>
        <a:lstStyle/>
        <a:p>
          <a:endParaRPr lang="en-US"/>
        </a:p>
      </dgm:t>
    </dgm:pt>
    <dgm:pt modelId="{A9AFEF59-E424-4F6A-B527-546F90A55911}">
      <dgm:prSet/>
      <dgm:spPr/>
      <dgm:t>
        <a:bodyPr/>
        <a:lstStyle/>
        <a:p>
          <a:r>
            <a:rPr lang="en-US" baseline="0"/>
            <a:t>Effect of urbanization and work climate on geographic unemployment</a:t>
          </a:r>
          <a:endParaRPr lang="en-US"/>
        </a:p>
      </dgm:t>
    </dgm:pt>
    <dgm:pt modelId="{C72AF2B2-943F-446C-AEE8-AF2EF3F0B5F1}" type="parTrans" cxnId="{57FA8523-85F0-4717-9339-FC5EDC28FC12}">
      <dgm:prSet/>
      <dgm:spPr/>
      <dgm:t>
        <a:bodyPr/>
        <a:lstStyle/>
        <a:p>
          <a:endParaRPr lang="en-US"/>
        </a:p>
      </dgm:t>
    </dgm:pt>
    <dgm:pt modelId="{5D6C0C1C-280B-41A9-A57A-1F12259EED4F}" type="sibTrans" cxnId="{57FA8523-85F0-4717-9339-FC5EDC28FC12}">
      <dgm:prSet/>
      <dgm:spPr/>
      <dgm:t>
        <a:bodyPr/>
        <a:lstStyle/>
        <a:p>
          <a:endParaRPr lang="en-US"/>
        </a:p>
      </dgm:t>
    </dgm:pt>
    <dgm:pt modelId="{042BCB62-0BCD-4E6D-8E14-7C73C4024A75}">
      <dgm:prSet/>
      <dgm:spPr/>
      <dgm:t>
        <a:bodyPr/>
        <a:lstStyle/>
        <a:p>
          <a:r>
            <a:rPr lang="en-US"/>
            <a:t>California outlier</a:t>
          </a:r>
        </a:p>
      </dgm:t>
    </dgm:pt>
    <dgm:pt modelId="{CAB44A9E-F643-424A-B5D9-574B65ADE51A}" type="parTrans" cxnId="{647A7244-F597-415C-AEC1-D6D2BEF9AAE6}">
      <dgm:prSet/>
      <dgm:spPr/>
      <dgm:t>
        <a:bodyPr/>
        <a:lstStyle/>
        <a:p>
          <a:endParaRPr lang="en-US"/>
        </a:p>
      </dgm:t>
    </dgm:pt>
    <dgm:pt modelId="{270BD3DF-8C7B-4BF6-8675-893DA56E246B}" type="sibTrans" cxnId="{647A7244-F597-415C-AEC1-D6D2BEF9AAE6}">
      <dgm:prSet/>
      <dgm:spPr/>
      <dgm:t>
        <a:bodyPr/>
        <a:lstStyle/>
        <a:p>
          <a:endParaRPr lang="en-US"/>
        </a:p>
      </dgm:t>
    </dgm:pt>
    <dgm:pt modelId="{4A7FCEA5-20F6-416A-A99D-547E4F0C1101}">
      <dgm:prSet/>
      <dgm:spPr/>
      <dgm:t>
        <a:bodyPr/>
        <a:lstStyle/>
        <a:p>
          <a:r>
            <a:rPr lang="en-US"/>
            <a:t>Different labor forces / work industries</a:t>
          </a:r>
        </a:p>
      </dgm:t>
    </dgm:pt>
    <dgm:pt modelId="{8AEE5F82-07DC-4182-B012-D45B03373A6A}" type="parTrans" cxnId="{38909576-20E7-4E6E-B2C6-952397F0DA53}">
      <dgm:prSet/>
      <dgm:spPr/>
      <dgm:t>
        <a:bodyPr/>
        <a:lstStyle/>
        <a:p>
          <a:endParaRPr lang="en-US"/>
        </a:p>
      </dgm:t>
    </dgm:pt>
    <dgm:pt modelId="{E56E7CC4-21B1-4B12-B49D-1B1FBCB65397}" type="sibTrans" cxnId="{38909576-20E7-4E6E-B2C6-952397F0DA53}">
      <dgm:prSet/>
      <dgm:spPr/>
      <dgm:t>
        <a:bodyPr/>
        <a:lstStyle/>
        <a:p>
          <a:endParaRPr lang="en-US"/>
        </a:p>
      </dgm:t>
    </dgm:pt>
    <dgm:pt modelId="{983A6197-A757-4567-8FF8-D66BE0F63C66}">
      <dgm:prSet/>
      <dgm:spPr/>
      <dgm:t>
        <a:bodyPr/>
        <a:lstStyle/>
        <a:p>
          <a:r>
            <a:rPr lang="en-US"/>
            <a:t>Recovery speeds</a:t>
          </a:r>
        </a:p>
      </dgm:t>
    </dgm:pt>
    <dgm:pt modelId="{01DAFB5D-DC06-4FDA-A89E-37AC33A23CB4}" type="parTrans" cxnId="{F0A3A558-BDE7-4C9D-8AD0-52F496153F71}">
      <dgm:prSet/>
      <dgm:spPr/>
      <dgm:t>
        <a:bodyPr/>
        <a:lstStyle/>
        <a:p>
          <a:endParaRPr lang="en-US"/>
        </a:p>
      </dgm:t>
    </dgm:pt>
    <dgm:pt modelId="{783B61CE-EEDA-49D0-81A4-C0ADFF9CA2FC}" type="sibTrans" cxnId="{F0A3A558-BDE7-4C9D-8AD0-52F496153F71}">
      <dgm:prSet/>
      <dgm:spPr/>
      <dgm:t>
        <a:bodyPr/>
        <a:lstStyle/>
        <a:p>
          <a:endParaRPr lang="en-US"/>
        </a:p>
      </dgm:t>
    </dgm:pt>
    <dgm:pt modelId="{DB8527F4-6A54-4D8B-B102-00188A7427C0}">
      <dgm:prSet/>
      <dgm:spPr/>
      <dgm:t>
        <a:bodyPr/>
        <a:lstStyle/>
        <a:p>
          <a:r>
            <a:rPr lang="en-US"/>
            <a:t>Different degrees of population density</a:t>
          </a:r>
        </a:p>
      </dgm:t>
    </dgm:pt>
    <dgm:pt modelId="{CBFF985D-1860-4D61-833C-495E5A5BA578}" type="parTrans" cxnId="{BCAF02B2-D7CF-4EF5-8440-719332B6EDB6}">
      <dgm:prSet/>
      <dgm:spPr/>
      <dgm:t>
        <a:bodyPr/>
        <a:lstStyle/>
        <a:p>
          <a:endParaRPr lang="en-US"/>
        </a:p>
      </dgm:t>
    </dgm:pt>
    <dgm:pt modelId="{602B10EF-CE8B-4B98-AC43-8A1662F79924}" type="sibTrans" cxnId="{BCAF02B2-D7CF-4EF5-8440-719332B6EDB6}">
      <dgm:prSet/>
      <dgm:spPr/>
      <dgm:t>
        <a:bodyPr/>
        <a:lstStyle/>
        <a:p>
          <a:endParaRPr lang="en-US"/>
        </a:p>
      </dgm:t>
    </dgm:pt>
    <dgm:pt modelId="{3B551796-9AA9-4BB5-AA03-17C7E293F6C3}" type="pres">
      <dgm:prSet presAssocID="{81A8D681-7EDB-4D06-9CE5-8A24597060CB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59BB7581-439C-4C9E-8DE0-4287E071CDA1}" type="pres">
      <dgm:prSet presAssocID="{7394935A-E880-4466-A610-FC867F424B13}" presName="hierRoot1" presStyleCnt="0">
        <dgm:presLayoutVars>
          <dgm:hierBranch val="init"/>
        </dgm:presLayoutVars>
      </dgm:prSet>
      <dgm:spPr/>
    </dgm:pt>
    <dgm:pt modelId="{3BA78E8E-A906-431E-82AE-D99480C77F8E}" type="pres">
      <dgm:prSet presAssocID="{7394935A-E880-4466-A610-FC867F424B13}" presName="rootComposite1" presStyleCnt="0"/>
      <dgm:spPr/>
    </dgm:pt>
    <dgm:pt modelId="{6964C23D-0524-4FF7-9B41-987B162E2099}" type="pres">
      <dgm:prSet presAssocID="{7394935A-E880-4466-A610-FC867F424B13}" presName="rootText1" presStyleLbl="node0" presStyleIdx="0" presStyleCnt="4">
        <dgm:presLayoutVars>
          <dgm:chPref val="3"/>
        </dgm:presLayoutVars>
      </dgm:prSet>
      <dgm:spPr/>
    </dgm:pt>
    <dgm:pt modelId="{D18006DE-314B-4FB2-85D9-1CFCDECD36AD}" type="pres">
      <dgm:prSet presAssocID="{7394935A-E880-4466-A610-FC867F424B13}" presName="rootConnector1" presStyleLbl="node1" presStyleIdx="0" presStyleCnt="0"/>
      <dgm:spPr/>
    </dgm:pt>
    <dgm:pt modelId="{5248DF37-707B-4470-B9AE-ECC6112BC4BA}" type="pres">
      <dgm:prSet presAssocID="{7394935A-E880-4466-A610-FC867F424B13}" presName="hierChild2" presStyleCnt="0"/>
      <dgm:spPr/>
    </dgm:pt>
    <dgm:pt modelId="{78851C2B-C9AA-41C5-9CFF-94E1E27937DD}" type="pres">
      <dgm:prSet presAssocID="{7394935A-E880-4466-A610-FC867F424B13}" presName="hierChild3" presStyleCnt="0"/>
      <dgm:spPr/>
    </dgm:pt>
    <dgm:pt modelId="{41437FF4-04E3-4623-BD1A-3AFC925D8766}" type="pres">
      <dgm:prSet presAssocID="{8BE495B7-DA54-4316-BD04-48C3CA8CEA9A}" presName="hierRoot1" presStyleCnt="0">
        <dgm:presLayoutVars>
          <dgm:hierBranch val="init"/>
        </dgm:presLayoutVars>
      </dgm:prSet>
      <dgm:spPr/>
    </dgm:pt>
    <dgm:pt modelId="{14B9A47A-360E-4446-A000-9E9AB04B99A3}" type="pres">
      <dgm:prSet presAssocID="{8BE495B7-DA54-4316-BD04-48C3CA8CEA9A}" presName="rootComposite1" presStyleCnt="0"/>
      <dgm:spPr/>
    </dgm:pt>
    <dgm:pt modelId="{7798D81E-0D91-495C-A58B-3EE78BD8F46D}" type="pres">
      <dgm:prSet presAssocID="{8BE495B7-DA54-4316-BD04-48C3CA8CEA9A}" presName="rootText1" presStyleLbl="node0" presStyleIdx="1" presStyleCnt="4">
        <dgm:presLayoutVars>
          <dgm:chPref val="3"/>
        </dgm:presLayoutVars>
      </dgm:prSet>
      <dgm:spPr/>
    </dgm:pt>
    <dgm:pt modelId="{6EB937BB-9E1D-419C-8D61-90EEC1089F18}" type="pres">
      <dgm:prSet presAssocID="{8BE495B7-DA54-4316-BD04-48C3CA8CEA9A}" presName="rootConnector1" presStyleLbl="node1" presStyleIdx="0" presStyleCnt="0"/>
      <dgm:spPr/>
    </dgm:pt>
    <dgm:pt modelId="{7E2FD269-9CC5-429A-8AF2-DBD3263CBCEB}" type="pres">
      <dgm:prSet presAssocID="{8BE495B7-DA54-4316-BD04-48C3CA8CEA9A}" presName="hierChild2" presStyleCnt="0"/>
      <dgm:spPr/>
    </dgm:pt>
    <dgm:pt modelId="{DBFBFF60-414F-4740-82BF-DA69882AB8E7}" type="pres">
      <dgm:prSet presAssocID="{8BE495B7-DA54-4316-BD04-48C3CA8CEA9A}" presName="hierChild3" presStyleCnt="0"/>
      <dgm:spPr/>
    </dgm:pt>
    <dgm:pt modelId="{643B1C9F-6668-4BE7-9240-4F35A9417842}" type="pres">
      <dgm:prSet presAssocID="{A07FD523-A2FF-448B-9E3E-B6D66552848D}" presName="hierRoot1" presStyleCnt="0">
        <dgm:presLayoutVars>
          <dgm:hierBranch val="init"/>
        </dgm:presLayoutVars>
      </dgm:prSet>
      <dgm:spPr/>
    </dgm:pt>
    <dgm:pt modelId="{783D6714-F2D8-4448-B7DC-FB1E2D5E8F0E}" type="pres">
      <dgm:prSet presAssocID="{A07FD523-A2FF-448B-9E3E-B6D66552848D}" presName="rootComposite1" presStyleCnt="0"/>
      <dgm:spPr/>
    </dgm:pt>
    <dgm:pt modelId="{3A88335F-AB27-4E58-A881-D6B4507DB521}" type="pres">
      <dgm:prSet presAssocID="{A07FD523-A2FF-448B-9E3E-B6D66552848D}" presName="rootText1" presStyleLbl="node0" presStyleIdx="2" presStyleCnt="4">
        <dgm:presLayoutVars>
          <dgm:chPref val="3"/>
        </dgm:presLayoutVars>
      </dgm:prSet>
      <dgm:spPr/>
    </dgm:pt>
    <dgm:pt modelId="{28733EC3-76B1-466D-A7A4-ACAB3664C886}" type="pres">
      <dgm:prSet presAssocID="{A07FD523-A2FF-448B-9E3E-B6D66552848D}" presName="rootConnector1" presStyleLbl="node1" presStyleIdx="0" presStyleCnt="0"/>
      <dgm:spPr/>
    </dgm:pt>
    <dgm:pt modelId="{6227FE5A-FD25-4F0E-98C4-EE448862C6D7}" type="pres">
      <dgm:prSet presAssocID="{A07FD523-A2FF-448B-9E3E-B6D66552848D}" presName="hierChild2" presStyleCnt="0"/>
      <dgm:spPr/>
    </dgm:pt>
    <dgm:pt modelId="{881FF980-0A82-4AB4-A1F0-034AAF0929BB}" type="pres">
      <dgm:prSet presAssocID="{A07FD523-A2FF-448B-9E3E-B6D66552848D}" presName="hierChild3" presStyleCnt="0"/>
      <dgm:spPr/>
    </dgm:pt>
    <dgm:pt modelId="{8631B93A-AEFD-4542-8EBE-E93C1636BA3A}" type="pres">
      <dgm:prSet presAssocID="{A9AFEF59-E424-4F6A-B527-546F90A55911}" presName="hierRoot1" presStyleCnt="0">
        <dgm:presLayoutVars>
          <dgm:hierBranch val="init"/>
        </dgm:presLayoutVars>
      </dgm:prSet>
      <dgm:spPr/>
    </dgm:pt>
    <dgm:pt modelId="{E670C355-7610-4FE8-B29E-DBAF0F173C6B}" type="pres">
      <dgm:prSet presAssocID="{A9AFEF59-E424-4F6A-B527-546F90A55911}" presName="rootComposite1" presStyleCnt="0"/>
      <dgm:spPr/>
    </dgm:pt>
    <dgm:pt modelId="{46E29CE8-36AA-492C-B0A4-477D6077E1CD}" type="pres">
      <dgm:prSet presAssocID="{A9AFEF59-E424-4F6A-B527-546F90A55911}" presName="rootText1" presStyleLbl="node0" presStyleIdx="3" presStyleCnt="4">
        <dgm:presLayoutVars>
          <dgm:chPref val="3"/>
        </dgm:presLayoutVars>
      </dgm:prSet>
      <dgm:spPr/>
    </dgm:pt>
    <dgm:pt modelId="{51063E79-577D-4AA6-8766-7F19C78A429C}" type="pres">
      <dgm:prSet presAssocID="{A9AFEF59-E424-4F6A-B527-546F90A55911}" presName="rootConnector1" presStyleLbl="node1" presStyleIdx="0" presStyleCnt="0"/>
      <dgm:spPr/>
    </dgm:pt>
    <dgm:pt modelId="{9DF30A0D-345D-4043-81E7-F7A4E5B374D8}" type="pres">
      <dgm:prSet presAssocID="{A9AFEF59-E424-4F6A-B527-546F90A55911}" presName="hierChild2" presStyleCnt="0"/>
      <dgm:spPr/>
    </dgm:pt>
    <dgm:pt modelId="{1E666AAB-6F83-43CA-AC03-7EE65ACAED04}" type="pres">
      <dgm:prSet presAssocID="{CAB44A9E-F643-424A-B5D9-574B65ADE51A}" presName="Name64" presStyleLbl="parChTrans1D2" presStyleIdx="0" presStyleCnt="4"/>
      <dgm:spPr/>
    </dgm:pt>
    <dgm:pt modelId="{A0F401F3-4C5F-48C6-9C32-AFDB7D559919}" type="pres">
      <dgm:prSet presAssocID="{042BCB62-0BCD-4E6D-8E14-7C73C4024A75}" presName="hierRoot2" presStyleCnt="0">
        <dgm:presLayoutVars>
          <dgm:hierBranch val="init"/>
        </dgm:presLayoutVars>
      </dgm:prSet>
      <dgm:spPr/>
    </dgm:pt>
    <dgm:pt modelId="{EF83550A-5E7A-4D1A-BA7D-078DDDDEB697}" type="pres">
      <dgm:prSet presAssocID="{042BCB62-0BCD-4E6D-8E14-7C73C4024A75}" presName="rootComposite" presStyleCnt="0"/>
      <dgm:spPr/>
    </dgm:pt>
    <dgm:pt modelId="{562CB587-C6DA-4C44-B076-D77D4220D95A}" type="pres">
      <dgm:prSet presAssocID="{042BCB62-0BCD-4E6D-8E14-7C73C4024A75}" presName="rootText" presStyleLbl="node2" presStyleIdx="0" presStyleCnt="4">
        <dgm:presLayoutVars>
          <dgm:chPref val="3"/>
        </dgm:presLayoutVars>
      </dgm:prSet>
      <dgm:spPr/>
    </dgm:pt>
    <dgm:pt modelId="{B44FCEAD-6991-4A4A-A0F2-7393C2152562}" type="pres">
      <dgm:prSet presAssocID="{042BCB62-0BCD-4E6D-8E14-7C73C4024A75}" presName="rootConnector" presStyleLbl="node2" presStyleIdx="0" presStyleCnt="4"/>
      <dgm:spPr/>
    </dgm:pt>
    <dgm:pt modelId="{533DE040-FE58-4190-9561-E2FF864616FA}" type="pres">
      <dgm:prSet presAssocID="{042BCB62-0BCD-4E6D-8E14-7C73C4024A75}" presName="hierChild4" presStyleCnt="0"/>
      <dgm:spPr/>
    </dgm:pt>
    <dgm:pt modelId="{773FC29D-F710-4AAF-A445-5B1ECACB2C69}" type="pres">
      <dgm:prSet presAssocID="{042BCB62-0BCD-4E6D-8E14-7C73C4024A75}" presName="hierChild5" presStyleCnt="0"/>
      <dgm:spPr/>
    </dgm:pt>
    <dgm:pt modelId="{7DD73E81-7949-4834-A15C-BC1B4FCF6C46}" type="pres">
      <dgm:prSet presAssocID="{8AEE5F82-07DC-4182-B012-D45B03373A6A}" presName="Name64" presStyleLbl="parChTrans1D2" presStyleIdx="1" presStyleCnt="4"/>
      <dgm:spPr/>
    </dgm:pt>
    <dgm:pt modelId="{C163A5F9-9954-4240-A303-157F4496F4A2}" type="pres">
      <dgm:prSet presAssocID="{4A7FCEA5-20F6-416A-A99D-547E4F0C1101}" presName="hierRoot2" presStyleCnt="0">
        <dgm:presLayoutVars>
          <dgm:hierBranch val="init"/>
        </dgm:presLayoutVars>
      </dgm:prSet>
      <dgm:spPr/>
    </dgm:pt>
    <dgm:pt modelId="{14331771-A95F-44D6-A148-833B80DC211A}" type="pres">
      <dgm:prSet presAssocID="{4A7FCEA5-20F6-416A-A99D-547E4F0C1101}" presName="rootComposite" presStyleCnt="0"/>
      <dgm:spPr/>
    </dgm:pt>
    <dgm:pt modelId="{5FF21A53-94F7-484E-8108-7930E51333C6}" type="pres">
      <dgm:prSet presAssocID="{4A7FCEA5-20F6-416A-A99D-547E4F0C1101}" presName="rootText" presStyleLbl="node2" presStyleIdx="1" presStyleCnt="4">
        <dgm:presLayoutVars>
          <dgm:chPref val="3"/>
        </dgm:presLayoutVars>
      </dgm:prSet>
      <dgm:spPr/>
    </dgm:pt>
    <dgm:pt modelId="{DB25359E-6D02-4011-88E5-F7DDBF4016C2}" type="pres">
      <dgm:prSet presAssocID="{4A7FCEA5-20F6-416A-A99D-547E4F0C1101}" presName="rootConnector" presStyleLbl="node2" presStyleIdx="1" presStyleCnt="4"/>
      <dgm:spPr/>
    </dgm:pt>
    <dgm:pt modelId="{FFBE5222-31A6-4CEE-8D0E-EA16509CB588}" type="pres">
      <dgm:prSet presAssocID="{4A7FCEA5-20F6-416A-A99D-547E4F0C1101}" presName="hierChild4" presStyleCnt="0"/>
      <dgm:spPr/>
    </dgm:pt>
    <dgm:pt modelId="{556316BB-441E-4DBB-ACED-E255A096E220}" type="pres">
      <dgm:prSet presAssocID="{4A7FCEA5-20F6-416A-A99D-547E4F0C1101}" presName="hierChild5" presStyleCnt="0"/>
      <dgm:spPr/>
    </dgm:pt>
    <dgm:pt modelId="{EEB5A4A4-898A-4716-A202-C1CD2B8305C4}" type="pres">
      <dgm:prSet presAssocID="{01DAFB5D-DC06-4FDA-A89E-37AC33A23CB4}" presName="Name64" presStyleLbl="parChTrans1D2" presStyleIdx="2" presStyleCnt="4"/>
      <dgm:spPr/>
    </dgm:pt>
    <dgm:pt modelId="{0688C53D-EC63-4C1B-B24E-06974F0575EC}" type="pres">
      <dgm:prSet presAssocID="{983A6197-A757-4567-8FF8-D66BE0F63C66}" presName="hierRoot2" presStyleCnt="0">
        <dgm:presLayoutVars>
          <dgm:hierBranch val="init"/>
        </dgm:presLayoutVars>
      </dgm:prSet>
      <dgm:spPr/>
    </dgm:pt>
    <dgm:pt modelId="{2458B46C-E8C7-40DD-866D-48BD86A94DF3}" type="pres">
      <dgm:prSet presAssocID="{983A6197-A757-4567-8FF8-D66BE0F63C66}" presName="rootComposite" presStyleCnt="0"/>
      <dgm:spPr/>
    </dgm:pt>
    <dgm:pt modelId="{11AFF22B-52E0-4B75-B4F8-46627FE79C8F}" type="pres">
      <dgm:prSet presAssocID="{983A6197-A757-4567-8FF8-D66BE0F63C66}" presName="rootText" presStyleLbl="node2" presStyleIdx="2" presStyleCnt="4">
        <dgm:presLayoutVars>
          <dgm:chPref val="3"/>
        </dgm:presLayoutVars>
      </dgm:prSet>
      <dgm:spPr/>
    </dgm:pt>
    <dgm:pt modelId="{F2E64C56-E5A2-4CA6-BC8C-3B2657511E91}" type="pres">
      <dgm:prSet presAssocID="{983A6197-A757-4567-8FF8-D66BE0F63C66}" presName="rootConnector" presStyleLbl="node2" presStyleIdx="2" presStyleCnt="4"/>
      <dgm:spPr/>
    </dgm:pt>
    <dgm:pt modelId="{5E8774C2-CFE3-4FDA-9627-5761BCE2508E}" type="pres">
      <dgm:prSet presAssocID="{983A6197-A757-4567-8FF8-D66BE0F63C66}" presName="hierChild4" presStyleCnt="0"/>
      <dgm:spPr/>
    </dgm:pt>
    <dgm:pt modelId="{63905B4A-70BF-40F0-9A59-72CECBEAC7E8}" type="pres">
      <dgm:prSet presAssocID="{983A6197-A757-4567-8FF8-D66BE0F63C66}" presName="hierChild5" presStyleCnt="0"/>
      <dgm:spPr/>
    </dgm:pt>
    <dgm:pt modelId="{5631904E-8C64-48B6-BC3A-61291BFA1F0D}" type="pres">
      <dgm:prSet presAssocID="{CBFF985D-1860-4D61-833C-495E5A5BA578}" presName="Name64" presStyleLbl="parChTrans1D2" presStyleIdx="3" presStyleCnt="4"/>
      <dgm:spPr/>
    </dgm:pt>
    <dgm:pt modelId="{964887E6-0DE8-4402-A830-34B31FCA7984}" type="pres">
      <dgm:prSet presAssocID="{DB8527F4-6A54-4D8B-B102-00188A7427C0}" presName="hierRoot2" presStyleCnt="0">
        <dgm:presLayoutVars>
          <dgm:hierBranch val="init"/>
        </dgm:presLayoutVars>
      </dgm:prSet>
      <dgm:spPr/>
    </dgm:pt>
    <dgm:pt modelId="{2311E3C1-E4FA-4AF7-9B3A-77F7ACBFD87D}" type="pres">
      <dgm:prSet presAssocID="{DB8527F4-6A54-4D8B-B102-00188A7427C0}" presName="rootComposite" presStyleCnt="0"/>
      <dgm:spPr/>
    </dgm:pt>
    <dgm:pt modelId="{AB0EBABA-A9CB-4492-925B-5B417743577F}" type="pres">
      <dgm:prSet presAssocID="{DB8527F4-6A54-4D8B-B102-00188A7427C0}" presName="rootText" presStyleLbl="node2" presStyleIdx="3" presStyleCnt="4">
        <dgm:presLayoutVars>
          <dgm:chPref val="3"/>
        </dgm:presLayoutVars>
      </dgm:prSet>
      <dgm:spPr/>
    </dgm:pt>
    <dgm:pt modelId="{86BFD60A-8D25-402F-9FE0-D63DEC504D94}" type="pres">
      <dgm:prSet presAssocID="{DB8527F4-6A54-4D8B-B102-00188A7427C0}" presName="rootConnector" presStyleLbl="node2" presStyleIdx="3" presStyleCnt="4"/>
      <dgm:spPr/>
    </dgm:pt>
    <dgm:pt modelId="{1570D9F9-1A56-47C9-AA24-54DD95A66795}" type="pres">
      <dgm:prSet presAssocID="{DB8527F4-6A54-4D8B-B102-00188A7427C0}" presName="hierChild4" presStyleCnt="0"/>
      <dgm:spPr/>
    </dgm:pt>
    <dgm:pt modelId="{95A2D55B-6631-47BC-B27B-2C8E38927987}" type="pres">
      <dgm:prSet presAssocID="{DB8527F4-6A54-4D8B-B102-00188A7427C0}" presName="hierChild5" presStyleCnt="0"/>
      <dgm:spPr/>
    </dgm:pt>
    <dgm:pt modelId="{35272377-BED0-46DE-A70C-BE70D7985542}" type="pres">
      <dgm:prSet presAssocID="{A9AFEF59-E424-4F6A-B527-546F90A55911}" presName="hierChild3" presStyleCnt="0"/>
      <dgm:spPr/>
    </dgm:pt>
  </dgm:ptLst>
  <dgm:cxnLst>
    <dgm:cxn modelId="{50596808-2FF3-4AD2-9817-0F2C3A3D2E4E}" type="presOf" srcId="{042BCB62-0BCD-4E6D-8E14-7C73C4024A75}" destId="{562CB587-C6DA-4C44-B076-D77D4220D95A}" srcOrd="0" destOrd="0" presId="urn:microsoft.com/office/officeart/2009/3/layout/HorizontalOrganizationChart"/>
    <dgm:cxn modelId="{01636C0B-BD97-4F29-A30F-8D3A7817AE4C}" type="presOf" srcId="{7394935A-E880-4466-A610-FC867F424B13}" destId="{D18006DE-314B-4FB2-85D9-1CFCDECD36AD}" srcOrd="1" destOrd="0" presId="urn:microsoft.com/office/officeart/2009/3/layout/HorizontalOrganizationChart"/>
    <dgm:cxn modelId="{684C2815-B14A-43E9-8F79-4ED7525F1019}" srcId="{81A8D681-7EDB-4D06-9CE5-8A24597060CB}" destId="{A07FD523-A2FF-448B-9E3E-B6D66552848D}" srcOrd="2" destOrd="0" parTransId="{BD7FEFEC-56C5-4AF3-BB03-931837628758}" sibTransId="{DB4BB1C6-39DE-4C93-87AC-9D7F469E326B}"/>
    <dgm:cxn modelId="{7A79F417-CD6B-46CD-A40D-8CDEE88AFD0D}" srcId="{81A8D681-7EDB-4D06-9CE5-8A24597060CB}" destId="{8BE495B7-DA54-4316-BD04-48C3CA8CEA9A}" srcOrd="1" destOrd="0" parTransId="{0DDC0225-F54C-4F90-91FA-1D24ED084F74}" sibTransId="{8E12A41F-FFDF-4895-8769-9879A47A24F0}"/>
    <dgm:cxn modelId="{C1CEDE19-4523-4DC0-8D6D-CC2C517ECA4E}" type="presOf" srcId="{042BCB62-0BCD-4E6D-8E14-7C73C4024A75}" destId="{B44FCEAD-6991-4A4A-A0F2-7393C2152562}" srcOrd="1" destOrd="0" presId="urn:microsoft.com/office/officeart/2009/3/layout/HorizontalOrganizationChart"/>
    <dgm:cxn modelId="{57FA8523-85F0-4717-9339-FC5EDC28FC12}" srcId="{81A8D681-7EDB-4D06-9CE5-8A24597060CB}" destId="{A9AFEF59-E424-4F6A-B527-546F90A55911}" srcOrd="3" destOrd="0" parTransId="{C72AF2B2-943F-446C-AEE8-AF2EF3F0B5F1}" sibTransId="{5D6C0C1C-280B-41A9-A57A-1F12259EED4F}"/>
    <dgm:cxn modelId="{88D16639-F05B-4F87-84C4-A6AE2C26B4E3}" type="presOf" srcId="{8BE495B7-DA54-4316-BD04-48C3CA8CEA9A}" destId="{6EB937BB-9E1D-419C-8D61-90EEC1089F18}" srcOrd="1" destOrd="0" presId="urn:microsoft.com/office/officeart/2009/3/layout/HorizontalOrganizationChart"/>
    <dgm:cxn modelId="{B92F8B5F-15D1-46D9-9217-96E28CC82F24}" type="presOf" srcId="{8AEE5F82-07DC-4182-B012-D45B03373A6A}" destId="{7DD73E81-7949-4834-A15C-BC1B4FCF6C46}" srcOrd="0" destOrd="0" presId="urn:microsoft.com/office/officeart/2009/3/layout/HorizontalOrganizationChart"/>
    <dgm:cxn modelId="{647A7244-F597-415C-AEC1-D6D2BEF9AAE6}" srcId="{A9AFEF59-E424-4F6A-B527-546F90A55911}" destId="{042BCB62-0BCD-4E6D-8E14-7C73C4024A75}" srcOrd="0" destOrd="0" parTransId="{CAB44A9E-F643-424A-B5D9-574B65ADE51A}" sibTransId="{270BD3DF-8C7B-4BF6-8675-893DA56E246B}"/>
    <dgm:cxn modelId="{BA8C2C6C-FC9A-4A8B-AF6C-8C60BF07ED00}" type="presOf" srcId="{8BE495B7-DA54-4316-BD04-48C3CA8CEA9A}" destId="{7798D81E-0D91-495C-A58B-3EE78BD8F46D}" srcOrd="0" destOrd="0" presId="urn:microsoft.com/office/officeart/2009/3/layout/HorizontalOrganizationChart"/>
    <dgm:cxn modelId="{5DF2CC74-B280-47ED-B200-FDC9940A3F99}" type="presOf" srcId="{A07FD523-A2FF-448B-9E3E-B6D66552848D}" destId="{3A88335F-AB27-4E58-A881-D6B4507DB521}" srcOrd="0" destOrd="0" presId="urn:microsoft.com/office/officeart/2009/3/layout/HorizontalOrganizationChart"/>
    <dgm:cxn modelId="{38909576-20E7-4E6E-B2C6-952397F0DA53}" srcId="{A9AFEF59-E424-4F6A-B527-546F90A55911}" destId="{4A7FCEA5-20F6-416A-A99D-547E4F0C1101}" srcOrd="1" destOrd="0" parTransId="{8AEE5F82-07DC-4182-B012-D45B03373A6A}" sibTransId="{E56E7CC4-21B1-4B12-B49D-1B1FBCB65397}"/>
    <dgm:cxn modelId="{F0A3A558-BDE7-4C9D-8AD0-52F496153F71}" srcId="{A9AFEF59-E424-4F6A-B527-546F90A55911}" destId="{983A6197-A757-4567-8FF8-D66BE0F63C66}" srcOrd="2" destOrd="0" parTransId="{01DAFB5D-DC06-4FDA-A89E-37AC33A23CB4}" sibTransId="{783B61CE-EEDA-49D0-81A4-C0ADFF9CA2FC}"/>
    <dgm:cxn modelId="{CB455983-7FD7-410F-9B15-054B1E058149}" type="presOf" srcId="{DB8527F4-6A54-4D8B-B102-00188A7427C0}" destId="{AB0EBABA-A9CB-4492-925B-5B417743577F}" srcOrd="0" destOrd="0" presId="urn:microsoft.com/office/officeart/2009/3/layout/HorizontalOrganizationChart"/>
    <dgm:cxn modelId="{1D7EC289-C83C-4E29-A83C-B050C58FE1A1}" type="presOf" srcId="{4A7FCEA5-20F6-416A-A99D-547E4F0C1101}" destId="{5FF21A53-94F7-484E-8108-7930E51333C6}" srcOrd="0" destOrd="0" presId="urn:microsoft.com/office/officeart/2009/3/layout/HorizontalOrganizationChart"/>
    <dgm:cxn modelId="{8D69FF92-47D8-42BD-B542-B34F61679573}" type="presOf" srcId="{4A7FCEA5-20F6-416A-A99D-547E4F0C1101}" destId="{DB25359E-6D02-4011-88E5-F7DDBF4016C2}" srcOrd="1" destOrd="0" presId="urn:microsoft.com/office/officeart/2009/3/layout/HorizontalOrganizationChart"/>
    <dgm:cxn modelId="{BCAF02B2-D7CF-4EF5-8440-719332B6EDB6}" srcId="{A9AFEF59-E424-4F6A-B527-546F90A55911}" destId="{DB8527F4-6A54-4D8B-B102-00188A7427C0}" srcOrd="3" destOrd="0" parTransId="{CBFF985D-1860-4D61-833C-495E5A5BA578}" sibTransId="{602B10EF-CE8B-4B98-AC43-8A1662F79924}"/>
    <dgm:cxn modelId="{3490B7BC-A69F-44C3-B162-78FAA2FF37FD}" type="presOf" srcId="{CAB44A9E-F643-424A-B5D9-574B65ADE51A}" destId="{1E666AAB-6F83-43CA-AC03-7EE65ACAED04}" srcOrd="0" destOrd="0" presId="urn:microsoft.com/office/officeart/2009/3/layout/HorizontalOrganizationChart"/>
    <dgm:cxn modelId="{6B8575BE-224D-4092-948F-F14345A90E25}" type="presOf" srcId="{01DAFB5D-DC06-4FDA-A89E-37AC33A23CB4}" destId="{EEB5A4A4-898A-4716-A202-C1CD2B8305C4}" srcOrd="0" destOrd="0" presId="urn:microsoft.com/office/officeart/2009/3/layout/HorizontalOrganizationChart"/>
    <dgm:cxn modelId="{3D1A9DC1-C0E9-45D0-BAC9-43EFE13E9FB1}" type="presOf" srcId="{DB8527F4-6A54-4D8B-B102-00188A7427C0}" destId="{86BFD60A-8D25-402F-9FE0-D63DEC504D94}" srcOrd="1" destOrd="0" presId="urn:microsoft.com/office/officeart/2009/3/layout/HorizontalOrganizationChart"/>
    <dgm:cxn modelId="{094F46C4-5068-49E2-9612-69FB50B557F6}" type="presOf" srcId="{983A6197-A757-4567-8FF8-D66BE0F63C66}" destId="{F2E64C56-E5A2-4CA6-BC8C-3B2657511E91}" srcOrd="1" destOrd="0" presId="urn:microsoft.com/office/officeart/2009/3/layout/HorizontalOrganizationChart"/>
    <dgm:cxn modelId="{7E2891C4-413B-4156-B313-E27DE2C3F7A6}" srcId="{81A8D681-7EDB-4D06-9CE5-8A24597060CB}" destId="{7394935A-E880-4466-A610-FC867F424B13}" srcOrd="0" destOrd="0" parTransId="{BC6F24A7-E2CF-42D9-87DE-9C0A6E8BCA0A}" sibTransId="{C4AD637C-412E-4BE9-9DA8-26FE28B55072}"/>
    <dgm:cxn modelId="{D8B38FCA-77F8-4717-A0D1-C4B686A39ACD}" type="presOf" srcId="{A07FD523-A2FF-448B-9E3E-B6D66552848D}" destId="{28733EC3-76B1-466D-A7A4-ACAB3664C886}" srcOrd="1" destOrd="0" presId="urn:microsoft.com/office/officeart/2009/3/layout/HorizontalOrganizationChart"/>
    <dgm:cxn modelId="{6836A1CE-1FC8-47A6-8716-0FE87D407CE2}" type="presOf" srcId="{7394935A-E880-4466-A610-FC867F424B13}" destId="{6964C23D-0524-4FF7-9B41-987B162E2099}" srcOrd="0" destOrd="0" presId="urn:microsoft.com/office/officeart/2009/3/layout/HorizontalOrganizationChart"/>
    <dgm:cxn modelId="{78DB8BE5-66B6-4E2C-9F46-1C40CC8C00AB}" type="presOf" srcId="{A9AFEF59-E424-4F6A-B527-546F90A55911}" destId="{51063E79-577D-4AA6-8766-7F19C78A429C}" srcOrd="1" destOrd="0" presId="urn:microsoft.com/office/officeart/2009/3/layout/HorizontalOrganizationChart"/>
    <dgm:cxn modelId="{E6DE8AEC-316F-4E37-BEC2-1531D7D78CD1}" type="presOf" srcId="{81A8D681-7EDB-4D06-9CE5-8A24597060CB}" destId="{3B551796-9AA9-4BB5-AA03-17C7E293F6C3}" srcOrd="0" destOrd="0" presId="urn:microsoft.com/office/officeart/2009/3/layout/HorizontalOrganizationChart"/>
    <dgm:cxn modelId="{F8CA75EE-26AF-4BCB-AB76-9C144659245B}" type="presOf" srcId="{A9AFEF59-E424-4F6A-B527-546F90A55911}" destId="{46E29CE8-36AA-492C-B0A4-477D6077E1CD}" srcOrd="0" destOrd="0" presId="urn:microsoft.com/office/officeart/2009/3/layout/HorizontalOrganizationChart"/>
    <dgm:cxn modelId="{3A4E34F9-597F-4AC2-8004-EA40ED3B038B}" type="presOf" srcId="{CBFF985D-1860-4D61-833C-495E5A5BA578}" destId="{5631904E-8C64-48B6-BC3A-61291BFA1F0D}" srcOrd="0" destOrd="0" presId="urn:microsoft.com/office/officeart/2009/3/layout/HorizontalOrganizationChart"/>
    <dgm:cxn modelId="{F5565EFE-C24B-45F7-A9BE-66D6CE906A47}" type="presOf" srcId="{983A6197-A757-4567-8FF8-D66BE0F63C66}" destId="{11AFF22B-52E0-4B75-B4F8-46627FE79C8F}" srcOrd="0" destOrd="0" presId="urn:microsoft.com/office/officeart/2009/3/layout/HorizontalOrganizationChart"/>
    <dgm:cxn modelId="{2260E98E-0D14-4986-A1BB-A311EB1D9E34}" type="presParOf" srcId="{3B551796-9AA9-4BB5-AA03-17C7E293F6C3}" destId="{59BB7581-439C-4C9E-8DE0-4287E071CDA1}" srcOrd="0" destOrd="0" presId="urn:microsoft.com/office/officeart/2009/3/layout/HorizontalOrganizationChart"/>
    <dgm:cxn modelId="{2E8E53B9-8752-4902-8EE6-7A9854B09894}" type="presParOf" srcId="{59BB7581-439C-4C9E-8DE0-4287E071CDA1}" destId="{3BA78E8E-A906-431E-82AE-D99480C77F8E}" srcOrd="0" destOrd="0" presId="urn:microsoft.com/office/officeart/2009/3/layout/HorizontalOrganizationChart"/>
    <dgm:cxn modelId="{1F12ADEF-1B29-4EB7-B500-DBC8079B20D3}" type="presParOf" srcId="{3BA78E8E-A906-431E-82AE-D99480C77F8E}" destId="{6964C23D-0524-4FF7-9B41-987B162E2099}" srcOrd="0" destOrd="0" presId="urn:microsoft.com/office/officeart/2009/3/layout/HorizontalOrganizationChart"/>
    <dgm:cxn modelId="{196F9526-5FB9-4857-8A2E-E4D006C400BE}" type="presParOf" srcId="{3BA78E8E-A906-431E-82AE-D99480C77F8E}" destId="{D18006DE-314B-4FB2-85D9-1CFCDECD36AD}" srcOrd="1" destOrd="0" presId="urn:microsoft.com/office/officeart/2009/3/layout/HorizontalOrganizationChart"/>
    <dgm:cxn modelId="{411DF703-263C-4C13-98DA-EAFA57143303}" type="presParOf" srcId="{59BB7581-439C-4C9E-8DE0-4287E071CDA1}" destId="{5248DF37-707B-4470-B9AE-ECC6112BC4BA}" srcOrd="1" destOrd="0" presId="urn:microsoft.com/office/officeart/2009/3/layout/HorizontalOrganizationChart"/>
    <dgm:cxn modelId="{0A873D30-E69D-48B0-A4A6-A2C36309E812}" type="presParOf" srcId="{59BB7581-439C-4C9E-8DE0-4287E071CDA1}" destId="{78851C2B-C9AA-41C5-9CFF-94E1E27937DD}" srcOrd="2" destOrd="0" presId="urn:microsoft.com/office/officeart/2009/3/layout/HorizontalOrganizationChart"/>
    <dgm:cxn modelId="{CDBEC110-00FD-4914-8823-B910E4375DB3}" type="presParOf" srcId="{3B551796-9AA9-4BB5-AA03-17C7E293F6C3}" destId="{41437FF4-04E3-4623-BD1A-3AFC925D8766}" srcOrd="1" destOrd="0" presId="urn:microsoft.com/office/officeart/2009/3/layout/HorizontalOrganizationChart"/>
    <dgm:cxn modelId="{97257D25-3C2B-4E68-8F49-21B61526DB8B}" type="presParOf" srcId="{41437FF4-04E3-4623-BD1A-3AFC925D8766}" destId="{14B9A47A-360E-4446-A000-9E9AB04B99A3}" srcOrd="0" destOrd="0" presId="urn:microsoft.com/office/officeart/2009/3/layout/HorizontalOrganizationChart"/>
    <dgm:cxn modelId="{AE3E5739-904E-44B1-8120-FEA761BD3D31}" type="presParOf" srcId="{14B9A47A-360E-4446-A000-9E9AB04B99A3}" destId="{7798D81E-0D91-495C-A58B-3EE78BD8F46D}" srcOrd="0" destOrd="0" presId="urn:microsoft.com/office/officeart/2009/3/layout/HorizontalOrganizationChart"/>
    <dgm:cxn modelId="{1BC64A6F-BB5D-43E2-A82E-10EA17D8105C}" type="presParOf" srcId="{14B9A47A-360E-4446-A000-9E9AB04B99A3}" destId="{6EB937BB-9E1D-419C-8D61-90EEC1089F18}" srcOrd="1" destOrd="0" presId="urn:microsoft.com/office/officeart/2009/3/layout/HorizontalOrganizationChart"/>
    <dgm:cxn modelId="{AE58EC3B-FA9B-4CF7-822D-EBCEB0D75D72}" type="presParOf" srcId="{41437FF4-04E3-4623-BD1A-3AFC925D8766}" destId="{7E2FD269-9CC5-429A-8AF2-DBD3263CBCEB}" srcOrd="1" destOrd="0" presId="urn:microsoft.com/office/officeart/2009/3/layout/HorizontalOrganizationChart"/>
    <dgm:cxn modelId="{80C15F04-5F61-4A5A-B68D-828160800792}" type="presParOf" srcId="{41437FF4-04E3-4623-BD1A-3AFC925D8766}" destId="{DBFBFF60-414F-4740-82BF-DA69882AB8E7}" srcOrd="2" destOrd="0" presId="urn:microsoft.com/office/officeart/2009/3/layout/HorizontalOrganizationChart"/>
    <dgm:cxn modelId="{E4B6AFBA-6DAF-44D0-9F9F-4158812D8004}" type="presParOf" srcId="{3B551796-9AA9-4BB5-AA03-17C7E293F6C3}" destId="{643B1C9F-6668-4BE7-9240-4F35A9417842}" srcOrd="2" destOrd="0" presId="urn:microsoft.com/office/officeart/2009/3/layout/HorizontalOrganizationChart"/>
    <dgm:cxn modelId="{F15C904B-7F3F-47E5-AD34-F19D84919595}" type="presParOf" srcId="{643B1C9F-6668-4BE7-9240-4F35A9417842}" destId="{783D6714-F2D8-4448-B7DC-FB1E2D5E8F0E}" srcOrd="0" destOrd="0" presId="urn:microsoft.com/office/officeart/2009/3/layout/HorizontalOrganizationChart"/>
    <dgm:cxn modelId="{504DAFAF-C18F-433D-AAEF-15886DACAD6E}" type="presParOf" srcId="{783D6714-F2D8-4448-B7DC-FB1E2D5E8F0E}" destId="{3A88335F-AB27-4E58-A881-D6B4507DB521}" srcOrd="0" destOrd="0" presId="urn:microsoft.com/office/officeart/2009/3/layout/HorizontalOrganizationChart"/>
    <dgm:cxn modelId="{DD42A46F-4638-4C1E-8D6F-22158A37EC7A}" type="presParOf" srcId="{783D6714-F2D8-4448-B7DC-FB1E2D5E8F0E}" destId="{28733EC3-76B1-466D-A7A4-ACAB3664C886}" srcOrd="1" destOrd="0" presId="urn:microsoft.com/office/officeart/2009/3/layout/HorizontalOrganizationChart"/>
    <dgm:cxn modelId="{F547E7D6-64E7-4B65-B804-F2092860B181}" type="presParOf" srcId="{643B1C9F-6668-4BE7-9240-4F35A9417842}" destId="{6227FE5A-FD25-4F0E-98C4-EE448862C6D7}" srcOrd="1" destOrd="0" presId="urn:microsoft.com/office/officeart/2009/3/layout/HorizontalOrganizationChart"/>
    <dgm:cxn modelId="{01306DE0-3669-4583-A093-7C5B6727651E}" type="presParOf" srcId="{643B1C9F-6668-4BE7-9240-4F35A9417842}" destId="{881FF980-0A82-4AB4-A1F0-034AAF0929BB}" srcOrd="2" destOrd="0" presId="urn:microsoft.com/office/officeart/2009/3/layout/HorizontalOrganizationChart"/>
    <dgm:cxn modelId="{098D68A7-F3C6-4042-84AF-F72045199C36}" type="presParOf" srcId="{3B551796-9AA9-4BB5-AA03-17C7E293F6C3}" destId="{8631B93A-AEFD-4542-8EBE-E93C1636BA3A}" srcOrd="3" destOrd="0" presId="urn:microsoft.com/office/officeart/2009/3/layout/HorizontalOrganizationChart"/>
    <dgm:cxn modelId="{012E94B4-4F4B-4C4B-81A6-39A1545CE12E}" type="presParOf" srcId="{8631B93A-AEFD-4542-8EBE-E93C1636BA3A}" destId="{E670C355-7610-4FE8-B29E-DBAF0F173C6B}" srcOrd="0" destOrd="0" presId="urn:microsoft.com/office/officeart/2009/3/layout/HorizontalOrganizationChart"/>
    <dgm:cxn modelId="{67797466-1474-48BA-B209-65ECCF23691B}" type="presParOf" srcId="{E670C355-7610-4FE8-B29E-DBAF0F173C6B}" destId="{46E29CE8-36AA-492C-B0A4-477D6077E1CD}" srcOrd="0" destOrd="0" presId="urn:microsoft.com/office/officeart/2009/3/layout/HorizontalOrganizationChart"/>
    <dgm:cxn modelId="{7593634C-50A4-4E0A-859E-F1DBC95C9AE4}" type="presParOf" srcId="{E670C355-7610-4FE8-B29E-DBAF0F173C6B}" destId="{51063E79-577D-4AA6-8766-7F19C78A429C}" srcOrd="1" destOrd="0" presId="urn:microsoft.com/office/officeart/2009/3/layout/HorizontalOrganizationChart"/>
    <dgm:cxn modelId="{09A65AD2-8CEF-4CD6-8690-E98D388DA136}" type="presParOf" srcId="{8631B93A-AEFD-4542-8EBE-E93C1636BA3A}" destId="{9DF30A0D-345D-4043-81E7-F7A4E5B374D8}" srcOrd="1" destOrd="0" presId="urn:microsoft.com/office/officeart/2009/3/layout/HorizontalOrganizationChart"/>
    <dgm:cxn modelId="{255EF4C4-30EE-4566-9C9C-F72542FE4024}" type="presParOf" srcId="{9DF30A0D-345D-4043-81E7-F7A4E5B374D8}" destId="{1E666AAB-6F83-43CA-AC03-7EE65ACAED04}" srcOrd="0" destOrd="0" presId="urn:microsoft.com/office/officeart/2009/3/layout/HorizontalOrganizationChart"/>
    <dgm:cxn modelId="{27E99340-B579-4EE3-A43D-46905E6A0303}" type="presParOf" srcId="{9DF30A0D-345D-4043-81E7-F7A4E5B374D8}" destId="{A0F401F3-4C5F-48C6-9C32-AFDB7D559919}" srcOrd="1" destOrd="0" presId="urn:microsoft.com/office/officeart/2009/3/layout/HorizontalOrganizationChart"/>
    <dgm:cxn modelId="{F5259D41-BBCE-44C0-981C-20FFB3B8CBE7}" type="presParOf" srcId="{A0F401F3-4C5F-48C6-9C32-AFDB7D559919}" destId="{EF83550A-5E7A-4D1A-BA7D-078DDDDEB697}" srcOrd="0" destOrd="0" presId="urn:microsoft.com/office/officeart/2009/3/layout/HorizontalOrganizationChart"/>
    <dgm:cxn modelId="{D5941475-8688-4736-9273-168A7786EAE3}" type="presParOf" srcId="{EF83550A-5E7A-4D1A-BA7D-078DDDDEB697}" destId="{562CB587-C6DA-4C44-B076-D77D4220D95A}" srcOrd="0" destOrd="0" presId="urn:microsoft.com/office/officeart/2009/3/layout/HorizontalOrganizationChart"/>
    <dgm:cxn modelId="{C369E147-5579-4AD3-8A98-C2BC3439993A}" type="presParOf" srcId="{EF83550A-5E7A-4D1A-BA7D-078DDDDEB697}" destId="{B44FCEAD-6991-4A4A-A0F2-7393C2152562}" srcOrd="1" destOrd="0" presId="urn:microsoft.com/office/officeart/2009/3/layout/HorizontalOrganizationChart"/>
    <dgm:cxn modelId="{B26252E0-D6B2-42B4-BA7B-47F9877268D8}" type="presParOf" srcId="{A0F401F3-4C5F-48C6-9C32-AFDB7D559919}" destId="{533DE040-FE58-4190-9561-E2FF864616FA}" srcOrd="1" destOrd="0" presId="urn:microsoft.com/office/officeart/2009/3/layout/HorizontalOrganizationChart"/>
    <dgm:cxn modelId="{628BE937-D485-42D2-AF64-03C3DB257E77}" type="presParOf" srcId="{A0F401F3-4C5F-48C6-9C32-AFDB7D559919}" destId="{773FC29D-F710-4AAF-A445-5B1ECACB2C69}" srcOrd="2" destOrd="0" presId="urn:microsoft.com/office/officeart/2009/3/layout/HorizontalOrganizationChart"/>
    <dgm:cxn modelId="{B8CE5A37-BE9F-4A3A-AF6F-ABF0D825407A}" type="presParOf" srcId="{9DF30A0D-345D-4043-81E7-F7A4E5B374D8}" destId="{7DD73E81-7949-4834-A15C-BC1B4FCF6C46}" srcOrd="2" destOrd="0" presId="urn:microsoft.com/office/officeart/2009/3/layout/HorizontalOrganizationChart"/>
    <dgm:cxn modelId="{571BE618-4695-45E0-B344-521AFFBD5C24}" type="presParOf" srcId="{9DF30A0D-345D-4043-81E7-F7A4E5B374D8}" destId="{C163A5F9-9954-4240-A303-157F4496F4A2}" srcOrd="3" destOrd="0" presId="urn:microsoft.com/office/officeart/2009/3/layout/HorizontalOrganizationChart"/>
    <dgm:cxn modelId="{8E120C8D-ACB9-4EA3-AB43-1BEE2F54C882}" type="presParOf" srcId="{C163A5F9-9954-4240-A303-157F4496F4A2}" destId="{14331771-A95F-44D6-A148-833B80DC211A}" srcOrd="0" destOrd="0" presId="urn:microsoft.com/office/officeart/2009/3/layout/HorizontalOrganizationChart"/>
    <dgm:cxn modelId="{ACF1FCF2-F1CD-47DF-B586-DCF46C766942}" type="presParOf" srcId="{14331771-A95F-44D6-A148-833B80DC211A}" destId="{5FF21A53-94F7-484E-8108-7930E51333C6}" srcOrd="0" destOrd="0" presId="urn:microsoft.com/office/officeart/2009/3/layout/HorizontalOrganizationChart"/>
    <dgm:cxn modelId="{F1C85539-1C1E-4608-9BD7-FDC09A369C97}" type="presParOf" srcId="{14331771-A95F-44D6-A148-833B80DC211A}" destId="{DB25359E-6D02-4011-88E5-F7DDBF4016C2}" srcOrd="1" destOrd="0" presId="urn:microsoft.com/office/officeart/2009/3/layout/HorizontalOrganizationChart"/>
    <dgm:cxn modelId="{6EB11857-5438-41B2-A63E-0B83E1D079E6}" type="presParOf" srcId="{C163A5F9-9954-4240-A303-157F4496F4A2}" destId="{FFBE5222-31A6-4CEE-8D0E-EA16509CB588}" srcOrd="1" destOrd="0" presId="urn:microsoft.com/office/officeart/2009/3/layout/HorizontalOrganizationChart"/>
    <dgm:cxn modelId="{FB8E46A3-7417-4EED-82FA-0E9F68552076}" type="presParOf" srcId="{C163A5F9-9954-4240-A303-157F4496F4A2}" destId="{556316BB-441E-4DBB-ACED-E255A096E220}" srcOrd="2" destOrd="0" presId="urn:microsoft.com/office/officeart/2009/3/layout/HorizontalOrganizationChart"/>
    <dgm:cxn modelId="{1668A458-485D-4AFE-815A-B9E70FD2EA0D}" type="presParOf" srcId="{9DF30A0D-345D-4043-81E7-F7A4E5B374D8}" destId="{EEB5A4A4-898A-4716-A202-C1CD2B8305C4}" srcOrd="4" destOrd="0" presId="urn:microsoft.com/office/officeart/2009/3/layout/HorizontalOrganizationChart"/>
    <dgm:cxn modelId="{1FA81B02-AA11-4D6D-BA38-6C06D434BECC}" type="presParOf" srcId="{9DF30A0D-345D-4043-81E7-F7A4E5B374D8}" destId="{0688C53D-EC63-4C1B-B24E-06974F0575EC}" srcOrd="5" destOrd="0" presId="urn:microsoft.com/office/officeart/2009/3/layout/HorizontalOrganizationChart"/>
    <dgm:cxn modelId="{79E6E5F5-D133-4319-B8EF-9FE7A98F6E85}" type="presParOf" srcId="{0688C53D-EC63-4C1B-B24E-06974F0575EC}" destId="{2458B46C-E8C7-40DD-866D-48BD86A94DF3}" srcOrd="0" destOrd="0" presId="urn:microsoft.com/office/officeart/2009/3/layout/HorizontalOrganizationChart"/>
    <dgm:cxn modelId="{F588BFC0-B827-4E29-B93D-5694BE55350A}" type="presParOf" srcId="{2458B46C-E8C7-40DD-866D-48BD86A94DF3}" destId="{11AFF22B-52E0-4B75-B4F8-46627FE79C8F}" srcOrd="0" destOrd="0" presId="urn:microsoft.com/office/officeart/2009/3/layout/HorizontalOrganizationChart"/>
    <dgm:cxn modelId="{331EAAB0-F666-4F72-B087-1C6C312CCD72}" type="presParOf" srcId="{2458B46C-E8C7-40DD-866D-48BD86A94DF3}" destId="{F2E64C56-E5A2-4CA6-BC8C-3B2657511E91}" srcOrd="1" destOrd="0" presId="urn:microsoft.com/office/officeart/2009/3/layout/HorizontalOrganizationChart"/>
    <dgm:cxn modelId="{FFFFA6A5-5E22-4EDA-9A62-4573CDFFACEE}" type="presParOf" srcId="{0688C53D-EC63-4C1B-B24E-06974F0575EC}" destId="{5E8774C2-CFE3-4FDA-9627-5761BCE2508E}" srcOrd="1" destOrd="0" presId="urn:microsoft.com/office/officeart/2009/3/layout/HorizontalOrganizationChart"/>
    <dgm:cxn modelId="{7D13B11D-496F-4D05-87B0-E77A4B669021}" type="presParOf" srcId="{0688C53D-EC63-4C1B-B24E-06974F0575EC}" destId="{63905B4A-70BF-40F0-9A59-72CECBEAC7E8}" srcOrd="2" destOrd="0" presId="urn:microsoft.com/office/officeart/2009/3/layout/HorizontalOrganizationChart"/>
    <dgm:cxn modelId="{3BC74565-8AAE-4E89-9E50-6EE9F037A698}" type="presParOf" srcId="{9DF30A0D-345D-4043-81E7-F7A4E5B374D8}" destId="{5631904E-8C64-48B6-BC3A-61291BFA1F0D}" srcOrd="6" destOrd="0" presId="urn:microsoft.com/office/officeart/2009/3/layout/HorizontalOrganizationChart"/>
    <dgm:cxn modelId="{1FE6CB17-FA72-4AB4-A7AB-25891655D9FA}" type="presParOf" srcId="{9DF30A0D-345D-4043-81E7-F7A4E5B374D8}" destId="{964887E6-0DE8-4402-A830-34B31FCA7984}" srcOrd="7" destOrd="0" presId="urn:microsoft.com/office/officeart/2009/3/layout/HorizontalOrganizationChart"/>
    <dgm:cxn modelId="{CD75D2A5-DB08-4ED3-A45A-C7E6CAA19AF2}" type="presParOf" srcId="{964887E6-0DE8-4402-A830-34B31FCA7984}" destId="{2311E3C1-E4FA-4AF7-9B3A-77F7ACBFD87D}" srcOrd="0" destOrd="0" presId="urn:microsoft.com/office/officeart/2009/3/layout/HorizontalOrganizationChart"/>
    <dgm:cxn modelId="{1FE9AA95-E3A5-4F78-922F-00E6DF3769D4}" type="presParOf" srcId="{2311E3C1-E4FA-4AF7-9B3A-77F7ACBFD87D}" destId="{AB0EBABA-A9CB-4492-925B-5B417743577F}" srcOrd="0" destOrd="0" presId="urn:microsoft.com/office/officeart/2009/3/layout/HorizontalOrganizationChart"/>
    <dgm:cxn modelId="{6BF79841-942B-4B2B-B9DB-1EC8608DA4D5}" type="presParOf" srcId="{2311E3C1-E4FA-4AF7-9B3A-77F7ACBFD87D}" destId="{86BFD60A-8D25-402F-9FE0-D63DEC504D94}" srcOrd="1" destOrd="0" presId="urn:microsoft.com/office/officeart/2009/3/layout/HorizontalOrganizationChart"/>
    <dgm:cxn modelId="{5F93E3DA-3229-4131-94AF-5A9326A0DDF2}" type="presParOf" srcId="{964887E6-0DE8-4402-A830-34B31FCA7984}" destId="{1570D9F9-1A56-47C9-AA24-54DD95A66795}" srcOrd="1" destOrd="0" presId="urn:microsoft.com/office/officeart/2009/3/layout/HorizontalOrganizationChart"/>
    <dgm:cxn modelId="{19CB9DB9-0D74-4CF4-A33D-9C1B2A5E9694}" type="presParOf" srcId="{964887E6-0DE8-4402-A830-34B31FCA7984}" destId="{95A2D55B-6631-47BC-B27B-2C8E38927987}" srcOrd="2" destOrd="0" presId="urn:microsoft.com/office/officeart/2009/3/layout/HorizontalOrganizationChart"/>
    <dgm:cxn modelId="{B516D9F5-3426-4386-B59A-19B230F90B04}" type="presParOf" srcId="{8631B93A-AEFD-4542-8EBE-E93C1636BA3A}" destId="{35272377-BED0-46DE-A70C-BE70D7985542}" srcOrd="2" destOrd="0" presId="urn:microsoft.com/office/officeart/2009/3/layout/HorizontalOrganizationChar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2D356AB-1A0F-4CE0-A3D5-F4D9EA9A0116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5464470-330B-4834-993A-39D991736B4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aseline="0"/>
            <a:t>Challenging</a:t>
          </a:r>
          <a:endParaRPr lang="en-US"/>
        </a:p>
      </dgm:t>
    </dgm:pt>
    <dgm:pt modelId="{3FF903EF-3CBF-4F56-8263-A411F42E20D9}" type="parTrans" cxnId="{9C661F52-9770-40AE-A5F6-12FC53CC6B74}">
      <dgm:prSet/>
      <dgm:spPr/>
      <dgm:t>
        <a:bodyPr/>
        <a:lstStyle/>
        <a:p>
          <a:endParaRPr lang="en-US"/>
        </a:p>
      </dgm:t>
    </dgm:pt>
    <dgm:pt modelId="{3473A04F-16A6-4523-A06C-18E741A7C857}" type="sibTrans" cxnId="{9C661F52-9770-40AE-A5F6-12FC53CC6B74}">
      <dgm:prSet/>
      <dgm:spPr/>
      <dgm:t>
        <a:bodyPr/>
        <a:lstStyle/>
        <a:p>
          <a:endParaRPr lang="en-US"/>
        </a:p>
      </dgm:t>
    </dgm:pt>
    <dgm:pt modelId="{10186FFF-1937-4CF3-A5AE-E2CB4250666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Cleaning and merging data</a:t>
          </a:r>
        </a:p>
      </dgm:t>
    </dgm:pt>
    <dgm:pt modelId="{0265F68D-1B33-4441-9EBF-B708B2BD38E4}" type="parTrans" cxnId="{E898D843-718C-42D8-A257-62B8ED7518F2}">
      <dgm:prSet/>
      <dgm:spPr/>
      <dgm:t>
        <a:bodyPr/>
        <a:lstStyle/>
        <a:p>
          <a:endParaRPr lang="en-US"/>
        </a:p>
      </dgm:t>
    </dgm:pt>
    <dgm:pt modelId="{AECDF211-72DC-4159-B2CA-32FC199452E7}" type="sibTrans" cxnId="{E898D843-718C-42D8-A257-62B8ED7518F2}">
      <dgm:prSet/>
      <dgm:spPr/>
      <dgm:t>
        <a:bodyPr/>
        <a:lstStyle/>
        <a:p>
          <a:endParaRPr lang="en-US"/>
        </a:p>
      </dgm:t>
    </dgm:pt>
    <dgm:pt modelId="{EFD53725-2642-42A8-8C60-7E4CC1E16F3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Needing to filter to specific time frames</a:t>
          </a:r>
        </a:p>
      </dgm:t>
    </dgm:pt>
    <dgm:pt modelId="{8C16DE31-325D-4941-B82E-C3AFD19F5264}" type="parTrans" cxnId="{22A863D7-8F53-43AD-97EA-55FDBE2AB8A1}">
      <dgm:prSet/>
      <dgm:spPr/>
      <dgm:t>
        <a:bodyPr/>
        <a:lstStyle/>
        <a:p>
          <a:endParaRPr lang="en-US"/>
        </a:p>
      </dgm:t>
    </dgm:pt>
    <dgm:pt modelId="{EA6616DD-1273-49C2-B987-5F432F0FBCE0}" type="sibTrans" cxnId="{22A863D7-8F53-43AD-97EA-55FDBE2AB8A1}">
      <dgm:prSet/>
      <dgm:spPr/>
      <dgm:t>
        <a:bodyPr/>
        <a:lstStyle/>
        <a:p>
          <a:endParaRPr lang="en-US"/>
        </a:p>
      </dgm:t>
    </dgm:pt>
    <dgm:pt modelId="{D3156AFE-D1C2-4020-BD93-F8DB9AFD83C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aseline="0"/>
            <a:t>Rewarding</a:t>
          </a:r>
          <a:endParaRPr lang="en-US"/>
        </a:p>
      </dgm:t>
    </dgm:pt>
    <dgm:pt modelId="{21A521A8-B96C-4A6C-8310-B22410690D08}" type="parTrans" cxnId="{19BCAEDA-643F-4D58-AF66-9D123ADB20C4}">
      <dgm:prSet/>
      <dgm:spPr/>
      <dgm:t>
        <a:bodyPr/>
        <a:lstStyle/>
        <a:p>
          <a:endParaRPr lang="en-US"/>
        </a:p>
      </dgm:t>
    </dgm:pt>
    <dgm:pt modelId="{A02EA908-4DA0-49D3-960A-E94A4ABAB881}" type="sibTrans" cxnId="{19BCAEDA-643F-4D58-AF66-9D123ADB20C4}">
      <dgm:prSet/>
      <dgm:spPr/>
      <dgm:t>
        <a:bodyPr/>
        <a:lstStyle/>
        <a:p>
          <a:endParaRPr lang="en-US"/>
        </a:p>
      </dgm:t>
    </dgm:pt>
    <dgm:pt modelId="{05C9CAF6-A21D-4CF1-B49E-34A86C16275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Noticing the patterns I expected</a:t>
          </a:r>
        </a:p>
      </dgm:t>
    </dgm:pt>
    <dgm:pt modelId="{EE375F23-A24E-4CC3-A83F-670E85F65A29}" type="parTrans" cxnId="{EED19076-4144-4F8C-A899-1205DF3CBBC2}">
      <dgm:prSet/>
      <dgm:spPr/>
      <dgm:t>
        <a:bodyPr/>
        <a:lstStyle/>
        <a:p>
          <a:endParaRPr lang="en-US"/>
        </a:p>
      </dgm:t>
    </dgm:pt>
    <dgm:pt modelId="{CF263A42-03A9-47AB-A3F1-85A35FDEE67E}" type="sibTrans" cxnId="{EED19076-4144-4F8C-A899-1205DF3CBBC2}">
      <dgm:prSet/>
      <dgm:spPr/>
      <dgm:t>
        <a:bodyPr/>
        <a:lstStyle/>
        <a:p>
          <a:endParaRPr lang="en-US"/>
        </a:p>
      </dgm:t>
    </dgm:pt>
    <dgm:pt modelId="{2047920C-E865-4ACD-9D39-B3144C85790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Having my research align with my data analysis</a:t>
          </a:r>
        </a:p>
      </dgm:t>
    </dgm:pt>
    <dgm:pt modelId="{D9107E78-8846-4CB0-A193-D88BF9CFE276}" type="parTrans" cxnId="{5C24241C-50EB-425D-A0C0-389939874EAB}">
      <dgm:prSet/>
      <dgm:spPr/>
      <dgm:t>
        <a:bodyPr/>
        <a:lstStyle/>
        <a:p>
          <a:endParaRPr lang="en-US"/>
        </a:p>
      </dgm:t>
    </dgm:pt>
    <dgm:pt modelId="{2BBDDBF1-EDEB-43A7-8B94-040686B20EEE}" type="sibTrans" cxnId="{5C24241C-50EB-425D-A0C0-389939874EAB}">
      <dgm:prSet/>
      <dgm:spPr/>
      <dgm:t>
        <a:bodyPr/>
        <a:lstStyle/>
        <a:p>
          <a:endParaRPr lang="en-US"/>
        </a:p>
      </dgm:t>
    </dgm:pt>
    <dgm:pt modelId="{6B5A2E00-2933-488A-BE13-1026D237B8B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aseline="0"/>
            <a:t>Future Changes</a:t>
          </a:r>
          <a:endParaRPr lang="en-US"/>
        </a:p>
      </dgm:t>
    </dgm:pt>
    <dgm:pt modelId="{5120717D-E28C-48FD-9268-311751F24D93}" type="parTrans" cxnId="{5E022034-4190-4B1F-9065-3E7044F11774}">
      <dgm:prSet/>
      <dgm:spPr/>
      <dgm:t>
        <a:bodyPr/>
        <a:lstStyle/>
        <a:p>
          <a:endParaRPr lang="en-US"/>
        </a:p>
      </dgm:t>
    </dgm:pt>
    <dgm:pt modelId="{A735C45F-2631-4B05-95CB-29B7D7394DDA}" type="sibTrans" cxnId="{5E022034-4190-4B1F-9065-3E7044F11774}">
      <dgm:prSet/>
      <dgm:spPr/>
      <dgm:t>
        <a:bodyPr/>
        <a:lstStyle/>
        <a:p>
          <a:endParaRPr lang="en-US"/>
        </a:p>
      </dgm:t>
    </dgm:pt>
    <dgm:pt modelId="{FA99D1C7-2978-436D-BEE0-A6111F5BD0F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Integrate demographic information</a:t>
          </a:r>
        </a:p>
      </dgm:t>
    </dgm:pt>
    <dgm:pt modelId="{BDD803C8-BE24-43B6-90D1-92E125037E3C}" type="parTrans" cxnId="{142C8AD0-AF63-4432-957E-EF3AE92B5D6C}">
      <dgm:prSet/>
      <dgm:spPr/>
      <dgm:t>
        <a:bodyPr/>
        <a:lstStyle/>
        <a:p>
          <a:endParaRPr lang="en-US"/>
        </a:p>
      </dgm:t>
    </dgm:pt>
    <dgm:pt modelId="{6D451A0E-66DF-4448-BB89-902BB73E2B1C}" type="sibTrans" cxnId="{142C8AD0-AF63-4432-957E-EF3AE92B5D6C}">
      <dgm:prSet/>
      <dgm:spPr/>
      <dgm:t>
        <a:bodyPr/>
        <a:lstStyle/>
        <a:p>
          <a:endParaRPr lang="en-US"/>
        </a:p>
      </dgm:t>
    </dgm:pt>
    <dgm:pt modelId="{F0AF5614-EDAD-4C19-B8FE-025641FC723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Add more states for deeper and more specific analysis</a:t>
          </a:r>
        </a:p>
      </dgm:t>
    </dgm:pt>
    <dgm:pt modelId="{C1CD2D71-133D-4949-9EF2-8B65E6AB19F6}" type="parTrans" cxnId="{4687B727-7C34-4C05-94CC-11AD2D8E2E5A}">
      <dgm:prSet/>
      <dgm:spPr/>
      <dgm:t>
        <a:bodyPr/>
        <a:lstStyle/>
        <a:p>
          <a:endParaRPr lang="en-US"/>
        </a:p>
      </dgm:t>
    </dgm:pt>
    <dgm:pt modelId="{619B1199-4148-4757-9A0A-4E7D40A84E04}" type="sibTrans" cxnId="{4687B727-7C34-4C05-94CC-11AD2D8E2E5A}">
      <dgm:prSet/>
      <dgm:spPr/>
      <dgm:t>
        <a:bodyPr/>
        <a:lstStyle/>
        <a:p>
          <a:endParaRPr lang="en-US"/>
        </a:p>
      </dgm:t>
    </dgm:pt>
    <dgm:pt modelId="{DBC32174-A0AB-4CCD-995C-A77A49F5731A}" type="pres">
      <dgm:prSet presAssocID="{02D356AB-1A0F-4CE0-A3D5-F4D9EA9A0116}" presName="root" presStyleCnt="0">
        <dgm:presLayoutVars>
          <dgm:dir/>
          <dgm:resizeHandles val="exact"/>
        </dgm:presLayoutVars>
      </dgm:prSet>
      <dgm:spPr/>
    </dgm:pt>
    <dgm:pt modelId="{45A7A04E-D29C-4C2F-86D6-1A669A04C261}" type="pres">
      <dgm:prSet presAssocID="{C5464470-330B-4834-993A-39D991736B42}" presName="compNode" presStyleCnt="0"/>
      <dgm:spPr/>
    </dgm:pt>
    <dgm:pt modelId="{25F3BBD1-1592-4257-8595-A015686031F7}" type="pres">
      <dgm:prSet presAssocID="{C5464470-330B-4834-993A-39D991736B42}" presName="bgRect" presStyleLbl="bgShp" presStyleIdx="0" presStyleCnt="3"/>
      <dgm:spPr/>
    </dgm:pt>
    <dgm:pt modelId="{8F3085A1-5F32-4C04-93D3-B510B8F4815F}" type="pres">
      <dgm:prSet presAssocID="{C5464470-330B-4834-993A-39D991736B42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53E08C9F-9D7C-4886-AF04-644E8C68A0FB}" type="pres">
      <dgm:prSet presAssocID="{C5464470-330B-4834-993A-39D991736B42}" presName="spaceRect" presStyleCnt="0"/>
      <dgm:spPr/>
    </dgm:pt>
    <dgm:pt modelId="{BBA152C6-6A47-4D9A-A26A-C61B203ADFE4}" type="pres">
      <dgm:prSet presAssocID="{C5464470-330B-4834-993A-39D991736B42}" presName="parTx" presStyleLbl="revTx" presStyleIdx="0" presStyleCnt="6">
        <dgm:presLayoutVars>
          <dgm:chMax val="0"/>
          <dgm:chPref val="0"/>
        </dgm:presLayoutVars>
      </dgm:prSet>
      <dgm:spPr/>
    </dgm:pt>
    <dgm:pt modelId="{7DF51E33-812B-4D2C-92FF-BC33765C91CD}" type="pres">
      <dgm:prSet presAssocID="{C5464470-330B-4834-993A-39D991736B42}" presName="desTx" presStyleLbl="revTx" presStyleIdx="1" presStyleCnt="6">
        <dgm:presLayoutVars/>
      </dgm:prSet>
      <dgm:spPr/>
    </dgm:pt>
    <dgm:pt modelId="{46D4F166-9FC7-4F48-8F2C-3E3796F6CDF1}" type="pres">
      <dgm:prSet presAssocID="{3473A04F-16A6-4523-A06C-18E741A7C857}" presName="sibTrans" presStyleCnt="0"/>
      <dgm:spPr/>
    </dgm:pt>
    <dgm:pt modelId="{CEB746AD-7CF2-49C1-80A0-BF580FE1ECF1}" type="pres">
      <dgm:prSet presAssocID="{D3156AFE-D1C2-4020-BD93-F8DB9AFD83CB}" presName="compNode" presStyleCnt="0"/>
      <dgm:spPr/>
    </dgm:pt>
    <dgm:pt modelId="{528BBA06-DE70-40E2-9422-2054202704E0}" type="pres">
      <dgm:prSet presAssocID="{D3156AFE-D1C2-4020-BD93-F8DB9AFD83CB}" presName="bgRect" presStyleLbl="bgShp" presStyleIdx="1" presStyleCnt="3"/>
      <dgm:spPr/>
    </dgm:pt>
    <dgm:pt modelId="{151E118F-AF7F-4B55-B9F5-8D00169E5D88}" type="pres">
      <dgm:prSet presAssocID="{D3156AFE-D1C2-4020-BD93-F8DB9AFD83CB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65E9181F-CFC1-4BD2-8039-3D6B1E7E5EBD}" type="pres">
      <dgm:prSet presAssocID="{D3156AFE-D1C2-4020-BD93-F8DB9AFD83CB}" presName="spaceRect" presStyleCnt="0"/>
      <dgm:spPr/>
    </dgm:pt>
    <dgm:pt modelId="{16B51B94-8C98-4911-86F0-09CDEB11EC7E}" type="pres">
      <dgm:prSet presAssocID="{D3156AFE-D1C2-4020-BD93-F8DB9AFD83CB}" presName="parTx" presStyleLbl="revTx" presStyleIdx="2" presStyleCnt="6">
        <dgm:presLayoutVars>
          <dgm:chMax val="0"/>
          <dgm:chPref val="0"/>
        </dgm:presLayoutVars>
      </dgm:prSet>
      <dgm:spPr/>
    </dgm:pt>
    <dgm:pt modelId="{74E2AD20-7F7C-49C2-B623-332FA3CB8C8C}" type="pres">
      <dgm:prSet presAssocID="{D3156AFE-D1C2-4020-BD93-F8DB9AFD83CB}" presName="desTx" presStyleLbl="revTx" presStyleIdx="3" presStyleCnt="6">
        <dgm:presLayoutVars/>
      </dgm:prSet>
      <dgm:spPr/>
    </dgm:pt>
    <dgm:pt modelId="{B2C2571A-DBA5-4C65-86DF-E9E3A8C46C5B}" type="pres">
      <dgm:prSet presAssocID="{A02EA908-4DA0-49D3-960A-E94A4ABAB881}" presName="sibTrans" presStyleCnt="0"/>
      <dgm:spPr/>
    </dgm:pt>
    <dgm:pt modelId="{493BB118-E2BC-4266-87AC-320CC33CF4EE}" type="pres">
      <dgm:prSet presAssocID="{6B5A2E00-2933-488A-BE13-1026D237B8BF}" presName="compNode" presStyleCnt="0"/>
      <dgm:spPr/>
    </dgm:pt>
    <dgm:pt modelId="{1CC1045F-0A38-4323-BE4B-A407A04E94B2}" type="pres">
      <dgm:prSet presAssocID="{6B5A2E00-2933-488A-BE13-1026D237B8BF}" presName="bgRect" presStyleLbl="bgShp" presStyleIdx="2" presStyleCnt="3"/>
      <dgm:spPr/>
    </dgm:pt>
    <dgm:pt modelId="{DDB3015C-3BE5-4DEC-B9B4-EBDB62D4FB80}" type="pres">
      <dgm:prSet presAssocID="{6B5A2E00-2933-488A-BE13-1026D237B8BF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C58D4927-A96A-4897-9B05-76E552BEA4C9}" type="pres">
      <dgm:prSet presAssocID="{6B5A2E00-2933-488A-BE13-1026D237B8BF}" presName="spaceRect" presStyleCnt="0"/>
      <dgm:spPr/>
    </dgm:pt>
    <dgm:pt modelId="{E3090EF3-8760-4A17-80F4-E7BC75B2E2AF}" type="pres">
      <dgm:prSet presAssocID="{6B5A2E00-2933-488A-BE13-1026D237B8BF}" presName="parTx" presStyleLbl="revTx" presStyleIdx="4" presStyleCnt="6">
        <dgm:presLayoutVars>
          <dgm:chMax val="0"/>
          <dgm:chPref val="0"/>
        </dgm:presLayoutVars>
      </dgm:prSet>
      <dgm:spPr/>
    </dgm:pt>
    <dgm:pt modelId="{2F7DDE43-01DD-41B9-A717-4AAF341F6703}" type="pres">
      <dgm:prSet presAssocID="{6B5A2E00-2933-488A-BE13-1026D237B8BF}" presName="desTx" presStyleLbl="revTx" presStyleIdx="5" presStyleCnt="6">
        <dgm:presLayoutVars/>
      </dgm:prSet>
      <dgm:spPr/>
    </dgm:pt>
  </dgm:ptLst>
  <dgm:cxnLst>
    <dgm:cxn modelId="{D5C70508-3B58-41F6-8939-8014519059C7}" type="presOf" srcId="{6B5A2E00-2933-488A-BE13-1026D237B8BF}" destId="{E3090EF3-8760-4A17-80F4-E7BC75B2E2AF}" srcOrd="0" destOrd="0" presId="urn:microsoft.com/office/officeart/2018/2/layout/IconVerticalSolidList"/>
    <dgm:cxn modelId="{D85FEC0E-2B8E-44F6-A107-AE9D07608CC8}" type="presOf" srcId="{05C9CAF6-A21D-4CF1-B49E-34A86C162754}" destId="{74E2AD20-7F7C-49C2-B623-332FA3CB8C8C}" srcOrd="0" destOrd="0" presId="urn:microsoft.com/office/officeart/2018/2/layout/IconVerticalSolidList"/>
    <dgm:cxn modelId="{5C24241C-50EB-425D-A0C0-389939874EAB}" srcId="{D3156AFE-D1C2-4020-BD93-F8DB9AFD83CB}" destId="{2047920C-E865-4ACD-9D39-B3144C85790E}" srcOrd="1" destOrd="0" parTransId="{D9107E78-8846-4CB0-A193-D88BF9CFE276}" sibTransId="{2BBDDBF1-EDEB-43A7-8B94-040686B20EEE}"/>
    <dgm:cxn modelId="{2EDA4E1E-B9F5-4DF8-A3E4-259EE076F64E}" type="presOf" srcId="{C5464470-330B-4834-993A-39D991736B42}" destId="{BBA152C6-6A47-4D9A-A26A-C61B203ADFE4}" srcOrd="0" destOrd="0" presId="urn:microsoft.com/office/officeart/2018/2/layout/IconVerticalSolidList"/>
    <dgm:cxn modelId="{4687B727-7C34-4C05-94CC-11AD2D8E2E5A}" srcId="{6B5A2E00-2933-488A-BE13-1026D237B8BF}" destId="{F0AF5614-EDAD-4C19-B8FE-025641FC723D}" srcOrd="1" destOrd="0" parTransId="{C1CD2D71-133D-4949-9EF2-8B65E6AB19F6}" sibTransId="{619B1199-4148-4757-9A0A-4E7D40A84E04}"/>
    <dgm:cxn modelId="{5E022034-4190-4B1F-9065-3E7044F11774}" srcId="{02D356AB-1A0F-4CE0-A3D5-F4D9EA9A0116}" destId="{6B5A2E00-2933-488A-BE13-1026D237B8BF}" srcOrd="2" destOrd="0" parTransId="{5120717D-E28C-48FD-9268-311751F24D93}" sibTransId="{A735C45F-2631-4B05-95CB-29B7D7394DDA}"/>
    <dgm:cxn modelId="{E898D843-718C-42D8-A257-62B8ED7518F2}" srcId="{C5464470-330B-4834-993A-39D991736B42}" destId="{10186FFF-1937-4CF3-A5AE-E2CB4250666A}" srcOrd="0" destOrd="0" parTransId="{0265F68D-1B33-4441-9EBF-B708B2BD38E4}" sibTransId="{AECDF211-72DC-4159-B2CA-32FC199452E7}"/>
    <dgm:cxn modelId="{9C661F52-9770-40AE-A5F6-12FC53CC6B74}" srcId="{02D356AB-1A0F-4CE0-A3D5-F4D9EA9A0116}" destId="{C5464470-330B-4834-993A-39D991736B42}" srcOrd="0" destOrd="0" parTransId="{3FF903EF-3CBF-4F56-8263-A411F42E20D9}" sibTransId="{3473A04F-16A6-4523-A06C-18E741A7C857}"/>
    <dgm:cxn modelId="{EED19076-4144-4F8C-A899-1205DF3CBBC2}" srcId="{D3156AFE-D1C2-4020-BD93-F8DB9AFD83CB}" destId="{05C9CAF6-A21D-4CF1-B49E-34A86C162754}" srcOrd="0" destOrd="0" parTransId="{EE375F23-A24E-4CC3-A83F-670E85F65A29}" sibTransId="{CF263A42-03A9-47AB-A3F1-85A35FDEE67E}"/>
    <dgm:cxn modelId="{9C5B4283-1D15-4F92-8D78-764F63864403}" type="presOf" srcId="{D3156AFE-D1C2-4020-BD93-F8DB9AFD83CB}" destId="{16B51B94-8C98-4911-86F0-09CDEB11EC7E}" srcOrd="0" destOrd="0" presId="urn:microsoft.com/office/officeart/2018/2/layout/IconVerticalSolidList"/>
    <dgm:cxn modelId="{CDC48098-5DE2-48C0-863B-8CE32C73965B}" type="presOf" srcId="{10186FFF-1937-4CF3-A5AE-E2CB4250666A}" destId="{7DF51E33-812B-4D2C-92FF-BC33765C91CD}" srcOrd="0" destOrd="0" presId="urn:microsoft.com/office/officeart/2018/2/layout/IconVerticalSolidList"/>
    <dgm:cxn modelId="{BD6D3D9F-79F9-43A6-A6A3-6006CC2ED3C2}" type="presOf" srcId="{FA99D1C7-2978-436D-BEE0-A6111F5BD0FB}" destId="{2F7DDE43-01DD-41B9-A717-4AAF341F6703}" srcOrd="0" destOrd="0" presId="urn:microsoft.com/office/officeart/2018/2/layout/IconVerticalSolidList"/>
    <dgm:cxn modelId="{41C8E3B6-CBF6-4730-839B-CC56E4654451}" type="presOf" srcId="{EFD53725-2642-42A8-8C60-7E4CC1E16F3C}" destId="{7DF51E33-812B-4D2C-92FF-BC33765C91CD}" srcOrd="0" destOrd="1" presId="urn:microsoft.com/office/officeart/2018/2/layout/IconVerticalSolidList"/>
    <dgm:cxn modelId="{959A96BF-A4D7-4A1C-948C-3FBA3A8FF472}" type="presOf" srcId="{F0AF5614-EDAD-4C19-B8FE-025641FC723D}" destId="{2F7DDE43-01DD-41B9-A717-4AAF341F6703}" srcOrd="0" destOrd="1" presId="urn:microsoft.com/office/officeart/2018/2/layout/IconVerticalSolidList"/>
    <dgm:cxn modelId="{142C8AD0-AF63-4432-957E-EF3AE92B5D6C}" srcId="{6B5A2E00-2933-488A-BE13-1026D237B8BF}" destId="{FA99D1C7-2978-436D-BEE0-A6111F5BD0FB}" srcOrd="0" destOrd="0" parTransId="{BDD803C8-BE24-43B6-90D1-92E125037E3C}" sibTransId="{6D451A0E-66DF-4448-BB89-902BB73E2B1C}"/>
    <dgm:cxn modelId="{AE71E5D6-6FC4-4FFF-A62C-1EC74682F7A4}" type="presOf" srcId="{2047920C-E865-4ACD-9D39-B3144C85790E}" destId="{74E2AD20-7F7C-49C2-B623-332FA3CB8C8C}" srcOrd="0" destOrd="1" presId="urn:microsoft.com/office/officeart/2018/2/layout/IconVerticalSolidList"/>
    <dgm:cxn modelId="{22A863D7-8F53-43AD-97EA-55FDBE2AB8A1}" srcId="{C5464470-330B-4834-993A-39D991736B42}" destId="{EFD53725-2642-42A8-8C60-7E4CC1E16F3C}" srcOrd="1" destOrd="0" parTransId="{8C16DE31-325D-4941-B82E-C3AFD19F5264}" sibTransId="{EA6616DD-1273-49C2-B987-5F432F0FBCE0}"/>
    <dgm:cxn modelId="{19BCAEDA-643F-4D58-AF66-9D123ADB20C4}" srcId="{02D356AB-1A0F-4CE0-A3D5-F4D9EA9A0116}" destId="{D3156AFE-D1C2-4020-BD93-F8DB9AFD83CB}" srcOrd="1" destOrd="0" parTransId="{21A521A8-B96C-4A6C-8310-B22410690D08}" sibTransId="{A02EA908-4DA0-49D3-960A-E94A4ABAB881}"/>
    <dgm:cxn modelId="{868A5EE6-DAE6-4D52-80CC-0D6D73A70E1F}" type="presOf" srcId="{02D356AB-1A0F-4CE0-A3D5-F4D9EA9A0116}" destId="{DBC32174-A0AB-4CCD-995C-A77A49F5731A}" srcOrd="0" destOrd="0" presId="urn:microsoft.com/office/officeart/2018/2/layout/IconVerticalSolidList"/>
    <dgm:cxn modelId="{7C06CBFE-1FBD-4B98-A66F-FB5975062A70}" type="presParOf" srcId="{DBC32174-A0AB-4CCD-995C-A77A49F5731A}" destId="{45A7A04E-D29C-4C2F-86D6-1A669A04C261}" srcOrd="0" destOrd="0" presId="urn:microsoft.com/office/officeart/2018/2/layout/IconVerticalSolidList"/>
    <dgm:cxn modelId="{04720604-B888-4FE3-93F2-C5555BA497C1}" type="presParOf" srcId="{45A7A04E-D29C-4C2F-86D6-1A669A04C261}" destId="{25F3BBD1-1592-4257-8595-A015686031F7}" srcOrd="0" destOrd="0" presId="urn:microsoft.com/office/officeart/2018/2/layout/IconVerticalSolidList"/>
    <dgm:cxn modelId="{2C2833B7-0778-49F3-A83E-F7E0C547FF1F}" type="presParOf" srcId="{45A7A04E-D29C-4C2F-86D6-1A669A04C261}" destId="{8F3085A1-5F32-4C04-93D3-B510B8F4815F}" srcOrd="1" destOrd="0" presId="urn:microsoft.com/office/officeart/2018/2/layout/IconVerticalSolidList"/>
    <dgm:cxn modelId="{F8C7DC05-F05B-44D2-8FA4-DFF20E7F652E}" type="presParOf" srcId="{45A7A04E-D29C-4C2F-86D6-1A669A04C261}" destId="{53E08C9F-9D7C-4886-AF04-644E8C68A0FB}" srcOrd="2" destOrd="0" presId="urn:microsoft.com/office/officeart/2018/2/layout/IconVerticalSolidList"/>
    <dgm:cxn modelId="{4E96593B-6215-4B5F-B574-AF76F0F77826}" type="presParOf" srcId="{45A7A04E-D29C-4C2F-86D6-1A669A04C261}" destId="{BBA152C6-6A47-4D9A-A26A-C61B203ADFE4}" srcOrd="3" destOrd="0" presId="urn:microsoft.com/office/officeart/2018/2/layout/IconVerticalSolidList"/>
    <dgm:cxn modelId="{9B1A1B56-740F-48DF-AEC7-78DB39E257FD}" type="presParOf" srcId="{45A7A04E-D29C-4C2F-86D6-1A669A04C261}" destId="{7DF51E33-812B-4D2C-92FF-BC33765C91CD}" srcOrd="4" destOrd="0" presId="urn:microsoft.com/office/officeart/2018/2/layout/IconVerticalSolidList"/>
    <dgm:cxn modelId="{4774877F-A438-429B-A2E9-7F2DAC0153CF}" type="presParOf" srcId="{DBC32174-A0AB-4CCD-995C-A77A49F5731A}" destId="{46D4F166-9FC7-4F48-8F2C-3E3796F6CDF1}" srcOrd="1" destOrd="0" presId="urn:microsoft.com/office/officeart/2018/2/layout/IconVerticalSolidList"/>
    <dgm:cxn modelId="{4AF2FF63-3913-4C2F-9934-7B20C2D3D4E8}" type="presParOf" srcId="{DBC32174-A0AB-4CCD-995C-A77A49F5731A}" destId="{CEB746AD-7CF2-49C1-80A0-BF580FE1ECF1}" srcOrd="2" destOrd="0" presId="urn:microsoft.com/office/officeart/2018/2/layout/IconVerticalSolidList"/>
    <dgm:cxn modelId="{7A3AC545-5B23-474D-9552-5682DD6D86F1}" type="presParOf" srcId="{CEB746AD-7CF2-49C1-80A0-BF580FE1ECF1}" destId="{528BBA06-DE70-40E2-9422-2054202704E0}" srcOrd="0" destOrd="0" presId="urn:microsoft.com/office/officeart/2018/2/layout/IconVerticalSolidList"/>
    <dgm:cxn modelId="{E8401D75-51CE-42F7-BDD2-F871EFADBF3C}" type="presParOf" srcId="{CEB746AD-7CF2-49C1-80A0-BF580FE1ECF1}" destId="{151E118F-AF7F-4B55-B9F5-8D00169E5D88}" srcOrd="1" destOrd="0" presId="urn:microsoft.com/office/officeart/2018/2/layout/IconVerticalSolidList"/>
    <dgm:cxn modelId="{839247F6-50F4-4038-9D66-09C456EC1E99}" type="presParOf" srcId="{CEB746AD-7CF2-49C1-80A0-BF580FE1ECF1}" destId="{65E9181F-CFC1-4BD2-8039-3D6B1E7E5EBD}" srcOrd="2" destOrd="0" presId="urn:microsoft.com/office/officeart/2018/2/layout/IconVerticalSolidList"/>
    <dgm:cxn modelId="{A7262FBB-838B-4A6D-A795-777B3622B749}" type="presParOf" srcId="{CEB746AD-7CF2-49C1-80A0-BF580FE1ECF1}" destId="{16B51B94-8C98-4911-86F0-09CDEB11EC7E}" srcOrd="3" destOrd="0" presId="urn:microsoft.com/office/officeart/2018/2/layout/IconVerticalSolidList"/>
    <dgm:cxn modelId="{E17CEC2E-F62B-44EA-945D-800EFFF4805E}" type="presParOf" srcId="{CEB746AD-7CF2-49C1-80A0-BF580FE1ECF1}" destId="{74E2AD20-7F7C-49C2-B623-332FA3CB8C8C}" srcOrd="4" destOrd="0" presId="urn:microsoft.com/office/officeart/2018/2/layout/IconVerticalSolidList"/>
    <dgm:cxn modelId="{4D4064AF-6A91-43AF-AC51-583E3165F18C}" type="presParOf" srcId="{DBC32174-A0AB-4CCD-995C-A77A49F5731A}" destId="{B2C2571A-DBA5-4C65-86DF-E9E3A8C46C5B}" srcOrd="3" destOrd="0" presId="urn:microsoft.com/office/officeart/2018/2/layout/IconVerticalSolidList"/>
    <dgm:cxn modelId="{53900567-F97A-4101-87A4-461662278ED5}" type="presParOf" srcId="{DBC32174-A0AB-4CCD-995C-A77A49F5731A}" destId="{493BB118-E2BC-4266-87AC-320CC33CF4EE}" srcOrd="4" destOrd="0" presId="urn:microsoft.com/office/officeart/2018/2/layout/IconVerticalSolidList"/>
    <dgm:cxn modelId="{6E1FE497-6221-4769-95FD-17F25847903B}" type="presParOf" srcId="{493BB118-E2BC-4266-87AC-320CC33CF4EE}" destId="{1CC1045F-0A38-4323-BE4B-A407A04E94B2}" srcOrd="0" destOrd="0" presId="urn:microsoft.com/office/officeart/2018/2/layout/IconVerticalSolidList"/>
    <dgm:cxn modelId="{70420590-18BA-46C5-8489-42A9B31533E3}" type="presParOf" srcId="{493BB118-E2BC-4266-87AC-320CC33CF4EE}" destId="{DDB3015C-3BE5-4DEC-B9B4-EBDB62D4FB80}" srcOrd="1" destOrd="0" presId="urn:microsoft.com/office/officeart/2018/2/layout/IconVerticalSolidList"/>
    <dgm:cxn modelId="{FDCC6610-6087-40E7-8D38-9221C93BB7B6}" type="presParOf" srcId="{493BB118-E2BC-4266-87AC-320CC33CF4EE}" destId="{C58D4927-A96A-4897-9B05-76E552BEA4C9}" srcOrd="2" destOrd="0" presId="urn:microsoft.com/office/officeart/2018/2/layout/IconVerticalSolidList"/>
    <dgm:cxn modelId="{2BA5E4C4-6499-486E-BC9B-6E9861596368}" type="presParOf" srcId="{493BB118-E2BC-4266-87AC-320CC33CF4EE}" destId="{E3090EF3-8760-4A17-80F4-E7BC75B2E2AF}" srcOrd="3" destOrd="0" presId="urn:microsoft.com/office/officeart/2018/2/layout/IconVerticalSolidList"/>
    <dgm:cxn modelId="{EBAD4066-04D1-4456-B189-EBD55A73CB21}" type="presParOf" srcId="{493BB118-E2BC-4266-87AC-320CC33CF4EE}" destId="{2F7DDE43-01DD-41B9-A717-4AAF341F6703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DD624E9-1A53-4EEA-B2A7-F30519CF9B3A}" type="doc">
      <dgm:prSet loTypeId="urn:microsoft.com/office/officeart/2016/7/layout/BasicLinearProcessNumbered" loCatId="process" qsTypeId="urn:microsoft.com/office/officeart/2005/8/quickstyle/simple2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E91AB55B-2CC1-4D0A-B056-C3346EFAE514}">
      <dgm:prSet/>
      <dgm:spPr/>
      <dgm:t>
        <a:bodyPr/>
        <a:lstStyle/>
        <a:p>
          <a:r>
            <a:rPr lang="en-US" baseline="0"/>
            <a:t>Compute a forecasting model to predict future unemployment rates</a:t>
          </a:r>
          <a:endParaRPr lang="en-US"/>
        </a:p>
      </dgm:t>
    </dgm:pt>
    <dgm:pt modelId="{F1BC1BD7-AB2D-449F-90DC-4E04648650E2}" type="parTrans" cxnId="{91B56F78-0537-46B7-9FFF-CA9418CCF802}">
      <dgm:prSet/>
      <dgm:spPr/>
      <dgm:t>
        <a:bodyPr/>
        <a:lstStyle/>
        <a:p>
          <a:endParaRPr lang="en-US"/>
        </a:p>
      </dgm:t>
    </dgm:pt>
    <dgm:pt modelId="{D554BD7F-72F8-472C-802A-E0A9175076B2}" type="sibTrans" cxnId="{91B56F78-0537-46B7-9FFF-CA9418CCF802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E77CA4A0-771E-4497-9907-4336D0863DB3}">
      <dgm:prSet/>
      <dgm:spPr/>
      <dgm:t>
        <a:bodyPr/>
        <a:lstStyle/>
        <a:p>
          <a:r>
            <a:rPr lang="en-US" baseline="0"/>
            <a:t>Investigate the degree of unemployment each state faces</a:t>
          </a:r>
          <a:endParaRPr lang="en-US"/>
        </a:p>
      </dgm:t>
    </dgm:pt>
    <dgm:pt modelId="{1105C1AE-A523-453F-B1AD-2A4597635204}" type="parTrans" cxnId="{64CF38D6-5FB7-4186-84AC-07C9E4C68838}">
      <dgm:prSet/>
      <dgm:spPr/>
      <dgm:t>
        <a:bodyPr/>
        <a:lstStyle/>
        <a:p>
          <a:endParaRPr lang="en-US"/>
        </a:p>
      </dgm:t>
    </dgm:pt>
    <dgm:pt modelId="{7BDC552D-DC16-48E3-9B95-CE4BBEDB53A1}" type="sibTrans" cxnId="{64CF38D6-5FB7-4186-84AC-07C9E4C68838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68F99038-C811-43C3-AC0A-303DA95E8263}">
      <dgm:prSet/>
      <dgm:spPr/>
      <dgm:t>
        <a:bodyPr/>
        <a:lstStyle/>
        <a:p>
          <a:r>
            <a:rPr lang="en-US" baseline="0"/>
            <a:t>Analyze the southern states to understand why some states are high in unemployment and some are low</a:t>
          </a:r>
          <a:endParaRPr lang="en-US"/>
        </a:p>
      </dgm:t>
    </dgm:pt>
    <dgm:pt modelId="{EAEE715A-CF28-44D0-BB64-5D878DB43FB5}" type="parTrans" cxnId="{301809F8-FF7D-47F2-87CE-417854D961F7}">
      <dgm:prSet/>
      <dgm:spPr/>
      <dgm:t>
        <a:bodyPr/>
        <a:lstStyle/>
        <a:p>
          <a:endParaRPr lang="en-US"/>
        </a:p>
      </dgm:t>
    </dgm:pt>
    <dgm:pt modelId="{0B30691B-2ECA-4112-80F8-9C49D10C4F2B}" type="sibTrans" cxnId="{301809F8-FF7D-47F2-87CE-417854D961F7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3CD51A7B-22F5-4BAB-A62E-AECD520E07E5}" type="pres">
      <dgm:prSet presAssocID="{DDD624E9-1A53-4EEA-B2A7-F30519CF9B3A}" presName="Name0" presStyleCnt="0">
        <dgm:presLayoutVars>
          <dgm:animLvl val="lvl"/>
          <dgm:resizeHandles val="exact"/>
        </dgm:presLayoutVars>
      </dgm:prSet>
      <dgm:spPr/>
    </dgm:pt>
    <dgm:pt modelId="{FBE73559-C0B7-4240-82B4-C9E78341391D}" type="pres">
      <dgm:prSet presAssocID="{E91AB55B-2CC1-4D0A-B056-C3346EFAE514}" presName="compositeNode" presStyleCnt="0">
        <dgm:presLayoutVars>
          <dgm:bulletEnabled val="1"/>
        </dgm:presLayoutVars>
      </dgm:prSet>
      <dgm:spPr/>
    </dgm:pt>
    <dgm:pt modelId="{C718127F-68A2-47D4-B4A2-130B841999AD}" type="pres">
      <dgm:prSet presAssocID="{E91AB55B-2CC1-4D0A-B056-C3346EFAE514}" presName="bgRect" presStyleLbl="bgAccFollowNode1" presStyleIdx="0" presStyleCnt="3"/>
      <dgm:spPr/>
    </dgm:pt>
    <dgm:pt modelId="{384B58AF-91BF-4585-852F-156F3495E208}" type="pres">
      <dgm:prSet presAssocID="{D554BD7F-72F8-472C-802A-E0A9175076B2}" presName="sibTransNodeCircle" presStyleLbl="alignNode1" presStyleIdx="0" presStyleCnt="6">
        <dgm:presLayoutVars>
          <dgm:chMax val="0"/>
          <dgm:bulletEnabled/>
        </dgm:presLayoutVars>
      </dgm:prSet>
      <dgm:spPr/>
    </dgm:pt>
    <dgm:pt modelId="{E07B3DBB-3875-4244-8577-0F6C17B64E25}" type="pres">
      <dgm:prSet presAssocID="{E91AB55B-2CC1-4D0A-B056-C3346EFAE514}" presName="bottomLine" presStyleLbl="alignNode1" presStyleIdx="1" presStyleCnt="6">
        <dgm:presLayoutVars/>
      </dgm:prSet>
      <dgm:spPr/>
    </dgm:pt>
    <dgm:pt modelId="{BD15AB40-19D2-41D4-902B-0FFE49A03365}" type="pres">
      <dgm:prSet presAssocID="{E91AB55B-2CC1-4D0A-B056-C3346EFAE514}" presName="nodeText" presStyleLbl="bgAccFollowNode1" presStyleIdx="0" presStyleCnt="3">
        <dgm:presLayoutVars>
          <dgm:bulletEnabled val="1"/>
        </dgm:presLayoutVars>
      </dgm:prSet>
      <dgm:spPr/>
    </dgm:pt>
    <dgm:pt modelId="{B8CD9D5C-CAEA-45C2-AB5F-3043EFB4EC4E}" type="pres">
      <dgm:prSet presAssocID="{D554BD7F-72F8-472C-802A-E0A9175076B2}" presName="sibTrans" presStyleCnt="0"/>
      <dgm:spPr/>
    </dgm:pt>
    <dgm:pt modelId="{6CFDE317-78FD-46AF-B1C3-51DBB2B6BD6D}" type="pres">
      <dgm:prSet presAssocID="{E77CA4A0-771E-4497-9907-4336D0863DB3}" presName="compositeNode" presStyleCnt="0">
        <dgm:presLayoutVars>
          <dgm:bulletEnabled val="1"/>
        </dgm:presLayoutVars>
      </dgm:prSet>
      <dgm:spPr/>
    </dgm:pt>
    <dgm:pt modelId="{AC7BFA0E-CD9A-4522-A7D1-7CE1A6C42433}" type="pres">
      <dgm:prSet presAssocID="{E77CA4A0-771E-4497-9907-4336D0863DB3}" presName="bgRect" presStyleLbl="bgAccFollowNode1" presStyleIdx="1" presStyleCnt="3"/>
      <dgm:spPr/>
    </dgm:pt>
    <dgm:pt modelId="{BCE0C4A7-E062-4CAC-8246-DA8FE28C1471}" type="pres">
      <dgm:prSet presAssocID="{7BDC552D-DC16-48E3-9B95-CE4BBEDB53A1}" presName="sibTransNodeCircle" presStyleLbl="alignNode1" presStyleIdx="2" presStyleCnt="6">
        <dgm:presLayoutVars>
          <dgm:chMax val="0"/>
          <dgm:bulletEnabled/>
        </dgm:presLayoutVars>
      </dgm:prSet>
      <dgm:spPr/>
    </dgm:pt>
    <dgm:pt modelId="{34509BD0-57A8-4B5D-8D98-235F57446FDA}" type="pres">
      <dgm:prSet presAssocID="{E77CA4A0-771E-4497-9907-4336D0863DB3}" presName="bottomLine" presStyleLbl="alignNode1" presStyleIdx="3" presStyleCnt="6">
        <dgm:presLayoutVars/>
      </dgm:prSet>
      <dgm:spPr/>
    </dgm:pt>
    <dgm:pt modelId="{6CC3958C-D1A6-4C77-BEB7-715E62F006B5}" type="pres">
      <dgm:prSet presAssocID="{E77CA4A0-771E-4497-9907-4336D0863DB3}" presName="nodeText" presStyleLbl="bgAccFollowNode1" presStyleIdx="1" presStyleCnt="3">
        <dgm:presLayoutVars>
          <dgm:bulletEnabled val="1"/>
        </dgm:presLayoutVars>
      </dgm:prSet>
      <dgm:spPr/>
    </dgm:pt>
    <dgm:pt modelId="{22A8D425-8F04-456C-B9E5-D8A7E9254321}" type="pres">
      <dgm:prSet presAssocID="{7BDC552D-DC16-48E3-9B95-CE4BBEDB53A1}" presName="sibTrans" presStyleCnt="0"/>
      <dgm:spPr/>
    </dgm:pt>
    <dgm:pt modelId="{888A82F8-A037-4435-9818-234C7145A44D}" type="pres">
      <dgm:prSet presAssocID="{68F99038-C811-43C3-AC0A-303DA95E8263}" presName="compositeNode" presStyleCnt="0">
        <dgm:presLayoutVars>
          <dgm:bulletEnabled val="1"/>
        </dgm:presLayoutVars>
      </dgm:prSet>
      <dgm:spPr/>
    </dgm:pt>
    <dgm:pt modelId="{2B1D1D42-3659-4980-A347-5E2F05D52B4F}" type="pres">
      <dgm:prSet presAssocID="{68F99038-C811-43C3-AC0A-303DA95E8263}" presName="bgRect" presStyleLbl="bgAccFollowNode1" presStyleIdx="2" presStyleCnt="3"/>
      <dgm:spPr/>
    </dgm:pt>
    <dgm:pt modelId="{C9B8E0CE-715B-42A7-9A9D-2B3C4BB9CD42}" type="pres">
      <dgm:prSet presAssocID="{0B30691B-2ECA-4112-80F8-9C49D10C4F2B}" presName="sibTransNodeCircle" presStyleLbl="alignNode1" presStyleIdx="4" presStyleCnt="6">
        <dgm:presLayoutVars>
          <dgm:chMax val="0"/>
          <dgm:bulletEnabled/>
        </dgm:presLayoutVars>
      </dgm:prSet>
      <dgm:spPr/>
    </dgm:pt>
    <dgm:pt modelId="{8A081B1F-E7A2-43E9-9AFA-A40A1BC7A577}" type="pres">
      <dgm:prSet presAssocID="{68F99038-C811-43C3-AC0A-303DA95E8263}" presName="bottomLine" presStyleLbl="alignNode1" presStyleIdx="5" presStyleCnt="6">
        <dgm:presLayoutVars/>
      </dgm:prSet>
      <dgm:spPr/>
    </dgm:pt>
    <dgm:pt modelId="{8C9FD2D1-B499-41BA-BAC2-50596D2DAF63}" type="pres">
      <dgm:prSet presAssocID="{68F99038-C811-43C3-AC0A-303DA95E8263}" presName="nodeText" presStyleLbl="bgAccFollowNode1" presStyleIdx="2" presStyleCnt="3">
        <dgm:presLayoutVars>
          <dgm:bulletEnabled val="1"/>
        </dgm:presLayoutVars>
      </dgm:prSet>
      <dgm:spPr/>
    </dgm:pt>
  </dgm:ptLst>
  <dgm:cxnLst>
    <dgm:cxn modelId="{31B24E05-814C-4312-A283-52DB40ECAF6E}" type="presOf" srcId="{E77CA4A0-771E-4497-9907-4336D0863DB3}" destId="{AC7BFA0E-CD9A-4522-A7D1-7CE1A6C42433}" srcOrd="0" destOrd="0" presId="urn:microsoft.com/office/officeart/2016/7/layout/BasicLinearProcessNumbered"/>
    <dgm:cxn modelId="{8AE40516-4FB1-4187-A4C0-71B9C65B1F79}" type="presOf" srcId="{68F99038-C811-43C3-AC0A-303DA95E8263}" destId="{2B1D1D42-3659-4980-A347-5E2F05D52B4F}" srcOrd="0" destOrd="0" presId="urn:microsoft.com/office/officeart/2016/7/layout/BasicLinearProcessNumbered"/>
    <dgm:cxn modelId="{CB0E032A-34BF-4453-A33D-9AE6F21980EA}" type="presOf" srcId="{0B30691B-2ECA-4112-80F8-9C49D10C4F2B}" destId="{C9B8E0CE-715B-42A7-9A9D-2B3C4BB9CD42}" srcOrd="0" destOrd="0" presId="urn:microsoft.com/office/officeart/2016/7/layout/BasicLinearProcessNumbered"/>
    <dgm:cxn modelId="{8C93B031-38C2-47BB-8112-DAD2AC1C6616}" type="presOf" srcId="{DDD624E9-1A53-4EEA-B2A7-F30519CF9B3A}" destId="{3CD51A7B-22F5-4BAB-A62E-AECD520E07E5}" srcOrd="0" destOrd="0" presId="urn:microsoft.com/office/officeart/2016/7/layout/BasicLinearProcessNumbered"/>
    <dgm:cxn modelId="{43AEBD62-0B3B-4C38-8131-E4C4F40FEC2D}" type="presOf" srcId="{7BDC552D-DC16-48E3-9B95-CE4BBEDB53A1}" destId="{BCE0C4A7-E062-4CAC-8246-DA8FE28C1471}" srcOrd="0" destOrd="0" presId="urn:microsoft.com/office/officeart/2016/7/layout/BasicLinearProcessNumbered"/>
    <dgm:cxn modelId="{DA1C2A67-90E9-49F2-BB18-25D97DBF7AA2}" type="presOf" srcId="{E91AB55B-2CC1-4D0A-B056-C3346EFAE514}" destId="{C718127F-68A2-47D4-B4A2-130B841999AD}" srcOrd="0" destOrd="0" presId="urn:microsoft.com/office/officeart/2016/7/layout/BasicLinearProcessNumbered"/>
    <dgm:cxn modelId="{DB64216C-F2C4-48BE-BCF9-C78159FE90AB}" type="presOf" srcId="{E77CA4A0-771E-4497-9907-4336D0863DB3}" destId="{6CC3958C-D1A6-4C77-BEB7-715E62F006B5}" srcOrd="1" destOrd="0" presId="urn:microsoft.com/office/officeart/2016/7/layout/BasicLinearProcessNumbered"/>
    <dgm:cxn modelId="{91B56F78-0537-46B7-9FFF-CA9418CCF802}" srcId="{DDD624E9-1A53-4EEA-B2A7-F30519CF9B3A}" destId="{E91AB55B-2CC1-4D0A-B056-C3346EFAE514}" srcOrd="0" destOrd="0" parTransId="{F1BC1BD7-AB2D-449F-90DC-4E04648650E2}" sibTransId="{D554BD7F-72F8-472C-802A-E0A9175076B2}"/>
    <dgm:cxn modelId="{5E17C789-419C-4CFE-95A6-C53F169C0536}" type="presOf" srcId="{68F99038-C811-43C3-AC0A-303DA95E8263}" destId="{8C9FD2D1-B499-41BA-BAC2-50596D2DAF63}" srcOrd="1" destOrd="0" presId="urn:microsoft.com/office/officeart/2016/7/layout/BasicLinearProcessNumbered"/>
    <dgm:cxn modelId="{64CF38D6-5FB7-4186-84AC-07C9E4C68838}" srcId="{DDD624E9-1A53-4EEA-B2A7-F30519CF9B3A}" destId="{E77CA4A0-771E-4497-9907-4336D0863DB3}" srcOrd="1" destOrd="0" parTransId="{1105C1AE-A523-453F-B1AD-2A4597635204}" sibTransId="{7BDC552D-DC16-48E3-9B95-CE4BBEDB53A1}"/>
    <dgm:cxn modelId="{DF3659E8-3EF8-4DFB-9B17-2E26A2B9A8F1}" type="presOf" srcId="{E91AB55B-2CC1-4D0A-B056-C3346EFAE514}" destId="{BD15AB40-19D2-41D4-902B-0FFE49A03365}" srcOrd="1" destOrd="0" presId="urn:microsoft.com/office/officeart/2016/7/layout/BasicLinearProcessNumbered"/>
    <dgm:cxn modelId="{FBFD8EF1-BB3F-42E7-8E66-D1D74C2906ED}" type="presOf" srcId="{D554BD7F-72F8-472C-802A-E0A9175076B2}" destId="{384B58AF-91BF-4585-852F-156F3495E208}" srcOrd="0" destOrd="0" presId="urn:microsoft.com/office/officeart/2016/7/layout/BasicLinearProcessNumbered"/>
    <dgm:cxn modelId="{301809F8-FF7D-47F2-87CE-417854D961F7}" srcId="{DDD624E9-1A53-4EEA-B2A7-F30519CF9B3A}" destId="{68F99038-C811-43C3-AC0A-303DA95E8263}" srcOrd="2" destOrd="0" parTransId="{EAEE715A-CF28-44D0-BB64-5D878DB43FB5}" sibTransId="{0B30691B-2ECA-4112-80F8-9C49D10C4F2B}"/>
    <dgm:cxn modelId="{5702C082-F5E5-43C7-BEAB-08A0DC3E1D66}" type="presParOf" srcId="{3CD51A7B-22F5-4BAB-A62E-AECD520E07E5}" destId="{FBE73559-C0B7-4240-82B4-C9E78341391D}" srcOrd="0" destOrd="0" presId="urn:microsoft.com/office/officeart/2016/7/layout/BasicLinearProcessNumbered"/>
    <dgm:cxn modelId="{0616B164-B94E-4D8A-A167-982B06919EFB}" type="presParOf" srcId="{FBE73559-C0B7-4240-82B4-C9E78341391D}" destId="{C718127F-68A2-47D4-B4A2-130B841999AD}" srcOrd="0" destOrd="0" presId="urn:microsoft.com/office/officeart/2016/7/layout/BasicLinearProcessNumbered"/>
    <dgm:cxn modelId="{7BDFBF06-D659-4948-A199-C7008C18C717}" type="presParOf" srcId="{FBE73559-C0B7-4240-82B4-C9E78341391D}" destId="{384B58AF-91BF-4585-852F-156F3495E208}" srcOrd="1" destOrd="0" presId="urn:microsoft.com/office/officeart/2016/7/layout/BasicLinearProcessNumbered"/>
    <dgm:cxn modelId="{112E645C-82DA-4234-85A2-52EF41D20FE2}" type="presParOf" srcId="{FBE73559-C0B7-4240-82B4-C9E78341391D}" destId="{E07B3DBB-3875-4244-8577-0F6C17B64E25}" srcOrd="2" destOrd="0" presId="urn:microsoft.com/office/officeart/2016/7/layout/BasicLinearProcessNumbered"/>
    <dgm:cxn modelId="{EFD5C7E7-96CA-4953-97E9-FE84BAC789C1}" type="presParOf" srcId="{FBE73559-C0B7-4240-82B4-C9E78341391D}" destId="{BD15AB40-19D2-41D4-902B-0FFE49A03365}" srcOrd="3" destOrd="0" presId="urn:microsoft.com/office/officeart/2016/7/layout/BasicLinearProcessNumbered"/>
    <dgm:cxn modelId="{661BD005-2FF9-4DE6-8010-9CEF7F8FF916}" type="presParOf" srcId="{3CD51A7B-22F5-4BAB-A62E-AECD520E07E5}" destId="{B8CD9D5C-CAEA-45C2-AB5F-3043EFB4EC4E}" srcOrd="1" destOrd="0" presId="urn:microsoft.com/office/officeart/2016/7/layout/BasicLinearProcessNumbered"/>
    <dgm:cxn modelId="{61930ECA-019C-41A7-A207-2A4DA2F9F2F5}" type="presParOf" srcId="{3CD51A7B-22F5-4BAB-A62E-AECD520E07E5}" destId="{6CFDE317-78FD-46AF-B1C3-51DBB2B6BD6D}" srcOrd="2" destOrd="0" presId="urn:microsoft.com/office/officeart/2016/7/layout/BasicLinearProcessNumbered"/>
    <dgm:cxn modelId="{CAB48962-CA22-4BC8-BB14-04E06732898C}" type="presParOf" srcId="{6CFDE317-78FD-46AF-B1C3-51DBB2B6BD6D}" destId="{AC7BFA0E-CD9A-4522-A7D1-7CE1A6C42433}" srcOrd="0" destOrd="0" presId="urn:microsoft.com/office/officeart/2016/7/layout/BasicLinearProcessNumbered"/>
    <dgm:cxn modelId="{5A02A6D9-1E45-488B-9E1A-32F7A07CE822}" type="presParOf" srcId="{6CFDE317-78FD-46AF-B1C3-51DBB2B6BD6D}" destId="{BCE0C4A7-E062-4CAC-8246-DA8FE28C1471}" srcOrd="1" destOrd="0" presId="urn:microsoft.com/office/officeart/2016/7/layout/BasicLinearProcessNumbered"/>
    <dgm:cxn modelId="{CEBDEE71-FA13-4599-9E30-992D311EFD5A}" type="presParOf" srcId="{6CFDE317-78FD-46AF-B1C3-51DBB2B6BD6D}" destId="{34509BD0-57A8-4B5D-8D98-235F57446FDA}" srcOrd="2" destOrd="0" presId="urn:microsoft.com/office/officeart/2016/7/layout/BasicLinearProcessNumbered"/>
    <dgm:cxn modelId="{39490088-E595-420D-9517-166D6019E5C9}" type="presParOf" srcId="{6CFDE317-78FD-46AF-B1C3-51DBB2B6BD6D}" destId="{6CC3958C-D1A6-4C77-BEB7-715E62F006B5}" srcOrd="3" destOrd="0" presId="urn:microsoft.com/office/officeart/2016/7/layout/BasicLinearProcessNumbered"/>
    <dgm:cxn modelId="{64124BB0-BE1B-4453-896D-C5A52B764257}" type="presParOf" srcId="{3CD51A7B-22F5-4BAB-A62E-AECD520E07E5}" destId="{22A8D425-8F04-456C-B9E5-D8A7E9254321}" srcOrd="3" destOrd="0" presId="urn:microsoft.com/office/officeart/2016/7/layout/BasicLinearProcessNumbered"/>
    <dgm:cxn modelId="{854BEFDF-5AF4-41E4-AE19-CEEFEAB2A895}" type="presParOf" srcId="{3CD51A7B-22F5-4BAB-A62E-AECD520E07E5}" destId="{888A82F8-A037-4435-9818-234C7145A44D}" srcOrd="4" destOrd="0" presId="urn:microsoft.com/office/officeart/2016/7/layout/BasicLinearProcessNumbered"/>
    <dgm:cxn modelId="{767BA9AE-675B-47A2-99CB-D6C275676780}" type="presParOf" srcId="{888A82F8-A037-4435-9818-234C7145A44D}" destId="{2B1D1D42-3659-4980-A347-5E2F05D52B4F}" srcOrd="0" destOrd="0" presId="urn:microsoft.com/office/officeart/2016/7/layout/BasicLinearProcessNumbered"/>
    <dgm:cxn modelId="{51135FE8-66C6-4C43-BCA2-6029AA687430}" type="presParOf" srcId="{888A82F8-A037-4435-9818-234C7145A44D}" destId="{C9B8E0CE-715B-42A7-9A9D-2B3C4BB9CD42}" srcOrd="1" destOrd="0" presId="urn:microsoft.com/office/officeart/2016/7/layout/BasicLinearProcessNumbered"/>
    <dgm:cxn modelId="{95D09681-E0DF-4DAB-BC56-491289A6B218}" type="presParOf" srcId="{888A82F8-A037-4435-9818-234C7145A44D}" destId="{8A081B1F-E7A2-43E9-9AFA-A40A1BC7A577}" srcOrd="2" destOrd="0" presId="urn:microsoft.com/office/officeart/2016/7/layout/BasicLinearProcessNumbered"/>
    <dgm:cxn modelId="{71E85F92-EF17-42AC-975A-D3B729FCF5CA}" type="presParOf" srcId="{888A82F8-A037-4435-9818-234C7145A44D}" destId="{8C9FD2D1-B499-41BA-BAC2-50596D2DAF63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4E2B281-2A7F-4A3F-BA79-F8BE8A44CDE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3B415CF-641A-42BE-97AB-A863C4214F5D}">
      <dgm:prSet/>
      <dgm:spPr/>
      <dgm:t>
        <a:bodyPr/>
        <a:lstStyle/>
        <a:p>
          <a:r>
            <a:rPr lang="en-US" baseline="0" dirty="0"/>
            <a:t>Professor </a:t>
          </a:r>
          <a:r>
            <a:rPr lang="en-US" baseline="0" dirty="0" err="1"/>
            <a:t>Alraee</a:t>
          </a:r>
          <a:r>
            <a:rPr lang="en-US" baseline="0" dirty="0"/>
            <a:t>, Professor Park, Professor Perine</a:t>
          </a:r>
          <a:endParaRPr lang="en-US" dirty="0"/>
        </a:p>
      </dgm:t>
    </dgm:pt>
    <dgm:pt modelId="{6795CE89-D4D4-47AC-85FF-EEEA19223846}" type="parTrans" cxnId="{5597B9C5-FF0E-4668-BC33-F2085818FF13}">
      <dgm:prSet/>
      <dgm:spPr/>
      <dgm:t>
        <a:bodyPr/>
        <a:lstStyle/>
        <a:p>
          <a:endParaRPr lang="en-US"/>
        </a:p>
      </dgm:t>
    </dgm:pt>
    <dgm:pt modelId="{9393475B-40AD-44EE-9705-D5BAED49F891}" type="sibTrans" cxnId="{5597B9C5-FF0E-4668-BC33-F2085818FF13}">
      <dgm:prSet/>
      <dgm:spPr/>
      <dgm:t>
        <a:bodyPr/>
        <a:lstStyle/>
        <a:p>
          <a:endParaRPr lang="en-US"/>
        </a:p>
      </dgm:t>
    </dgm:pt>
    <dgm:pt modelId="{91BE3D61-EA1A-4D4E-9F7A-73F009E97427}">
      <dgm:prSet/>
      <dgm:spPr/>
      <dgm:t>
        <a:bodyPr/>
        <a:lstStyle/>
        <a:p>
          <a:r>
            <a:rPr lang="en-US" baseline="0" dirty="0"/>
            <a:t>Montgomery County Government</a:t>
          </a:r>
          <a:endParaRPr lang="en-US" dirty="0"/>
        </a:p>
      </dgm:t>
    </dgm:pt>
    <dgm:pt modelId="{A0759C71-E26D-4626-A25E-97C218576019}" type="parTrans" cxnId="{29E6EB5D-BFE1-4DBB-AC76-737A4CC1D1A4}">
      <dgm:prSet/>
      <dgm:spPr/>
      <dgm:t>
        <a:bodyPr/>
        <a:lstStyle/>
        <a:p>
          <a:endParaRPr lang="en-US"/>
        </a:p>
      </dgm:t>
    </dgm:pt>
    <dgm:pt modelId="{AA7C7ECC-75F9-49EF-85EA-FA75887586FD}" type="sibTrans" cxnId="{29E6EB5D-BFE1-4DBB-AC76-737A4CC1D1A4}">
      <dgm:prSet/>
      <dgm:spPr/>
      <dgm:t>
        <a:bodyPr/>
        <a:lstStyle/>
        <a:p>
          <a:endParaRPr lang="en-US"/>
        </a:p>
      </dgm:t>
    </dgm:pt>
    <dgm:pt modelId="{4CE02015-00EE-4763-9F0F-6C9442F29547}">
      <dgm:prSet/>
      <dgm:spPr/>
      <dgm:t>
        <a:bodyPr/>
        <a:lstStyle/>
        <a:p>
          <a:r>
            <a:rPr lang="en-US" baseline="0"/>
            <a:t>Data Montgomery</a:t>
          </a:r>
          <a:endParaRPr lang="en-US" dirty="0"/>
        </a:p>
      </dgm:t>
    </dgm:pt>
    <dgm:pt modelId="{9B63B7F5-A0BC-4244-BEED-1EA6F4D4A1CE}" type="parTrans" cxnId="{EE5364B4-0CAF-4C7C-9445-D3AFE5A3D498}">
      <dgm:prSet/>
      <dgm:spPr/>
      <dgm:t>
        <a:bodyPr/>
        <a:lstStyle/>
        <a:p>
          <a:endParaRPr lang="en-US"/>
        </a:p>
      </dgm:t>
    </dgm:pt>
    <dgm:pt modelId="{B51EC1DA-B484-45F4-82EC-0CE246881EB4}" type="sibTrans" cxnId="{EE5364B4-0CAF-4C7C-9445-D3AFE5A3D498}">
      <dgm:prSet/>
      <dgm:spPr/>
      <dgm:t>
        <a:bodyPr/>
        <a:lstStyle/>
        <a:p>
          <a:endParaRPr lang="en-US"/>
        </a:p>
      </dgm:t>
    </dgm:pt>
    <dgm:pt modelId="{8BE8098E-7A72-42CA-9639-9791E692F966}">
      <dgm:prSet/>
      <dgm:spPr/>
      <dgm:t>
        <a:bodyPr/>
        <a:lstStyle/>
        <a:p>
          <a:r>
            <a:rPr lang="en-US" baseline="0" dirty="0"/>
            <a:t>Class of ’26 Early College Data Science Cohort</a:t>
          </a:r>
          <a:endParaRPr lang="en-US" dirty="0"/>
        </a:p>
      </dgm:t>
    </dgm:pt>
    <dgm:pt modelId="{AC339D72-127D-4364-8E9E-13508651877B}" type="parTrans" cxnId="{C82CF6BC-B5E0-40D2-92F1-141147BDD6AC}">
      <dgm:prSet/>
      <dgm:spPr/>
      <dgm:t>
        <a:bodyPr/>
        <a:lstStyle/>
        <a:p>
          <a:endParaRPr lang="en-US"/>
        </a:p>
      </dgm:t>
    </dgm:pt>
    <dgm:pt modelId="{C23AD6D7-5E07-4F27-B098-5D64C65F19A3}" type="sibTrans" cxnId="{C82CF6BC-B5E0-40D2-92F1-141147BDD6AC}">
      <dgm:prSet/>
      <dgm:spPr/>
      <dgm:t>
        <a:bodyPr/>
        <a:lstStyle/>
        <a:p>
          <a:endParaRPr lang="en-US"/>
        </a:p>
      </dgm:t>
    </dgm:pt>
    <dgm:pt modelId="{0DD6E36F-1ED8-488D-84F3-4B72A89AF81B}">
      <dgm:prSet/>
      <dgm:spPr/>
      <dgm:t>
        <a:bodyPr/>
        <a:lstStyle/>
        <a:p>
          <a:r>
            <a:rPr lang="en-US" baseline="0"/>
            <a:t>DATA 205 Classmates</a:t>
          </a:r>
          <a:endParaRPr lang="en-US"/>
        </a:p>
      </dgm:t>
    </dgm:pt>
    <dgm:pt modelId="{449F9641-B535-41DC-8732-4F7C87C6ACCA}" type="parTrans" cxnId="{83A4CA2E-30EC-486B-8955-800EB8048CFC}">
      <dgm:prSet/>
      <dgm:spPr/>
      <dgm:t>
        <a:bodyPr/>
        <a:lstStyle/>
        <a:p>
          <a:endParaRPr lang="en-US"/>
        </a:p>
      </dgm:t>
    </dgm:pt>
    <dgm:pt modelId="{48418A38-1FA8-47CF-A649-206E4F6AC10E}" type="sibTrans" cxnId="{83A4CA2E-30EC-486B-8955-800EB8048CFC}">
      <dgm:prSet/>
      <dgm:spPr/>
      <dgm:t>
        <a:bodyPr/>
        <a:lstStyle/>
        <a:p>
          <a:endParaRPr lang="en-US"/>
        </a:p>
      </dgm:t>
    </dgm:pt>
    <dgm:pt modelId="{B542AA36-445A-4E63-B409-52A5BF117260}" type="pres">
      <dgm:prSet presAssocID="{A4E2B281-2A7F-4A3F-BA79-F8BE8A44CDE2}" presName="linear" presStyleCnt="0">
        <dgm:presLayoutVars>
          <dgm:animLvl val="lvl"/>
          <dgm:resizeHandles val="exact"/>
        </dgm:presLayoutVars>
      </dgm:prSet>
      <dgm:spPr/>
    </dgm:pt>
    <dgm:pt modelId="{27D8E88B-AB3C-46FA-B152-94E40C556682}" type="pres">
      <dgm:prSet presAssocID="{23B415CF-641A-42BE-97AB-A863C4214F5D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2B112BE9-1828-478D-BACE-3C1F3379D0E3}" type="pres">
      <dgm:prSet presAssocID="{9393475B-40AD-44EE-9705-D5BAED49F891}" presName="spacer" presStyleCnt="0"/>
      <dgm:spPr/>
    </dgm:pt>
    <dgm:pt modelId="{16677910-B34B-4916-9B10-DE39C566FE26}" type="pres">
      <dgm:prSet presAssocID="{91BE3D61-EA1A-4D4E-9F7A-73F009E97427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DC7ED1A6-066E-4861-810A-010875358D99}" type="pres">
      <dgm:prSet presAssocID="{AA7C7ECC-75F9-49EF-85EA-FA75887586FD}" presName="spacer" presStyleCnt="0"/>
      <dgm:spPr/>
    </dgm:pt>
    <dgm:pt modelId="{F6C72819-1396-4524-BB5B-94BB1839109E}" type="pres">
      <dgm:prSet presAssocID="{4CE02015-00EE-4763-9F0F-6C9442F29547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4AFBF7BB-8C58-4A03-AB51-ECD54E6AE060}" type="pres">
      <dgm:prSet presAssocID="{B51EC1DA-B484-45F4-82EC-0CE246881EB4}" presName="spacer" presStyleCnt="0"/>
      <dgm:spPr/>
    </dgm:pt>
    <dgm:pt modelId="{8065FE30-E553-42BB-AB57-425A7154F204}" type="pres">
      <dgm:prSet presAssocID="{8BE8098E-7A72-42CA-9639-9791E692F966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12E14A3C-D9D2-4254-B3B4-757CCB4D6C2D}" type="pres">
      <dgm:prSet presAssocID="{C23AD6D7-5E07-4F27-B098-5D64C65F19A3}" presName="spacer" presStyleCnt="0"/>
      <dgm:spPr/>
    </dgm:pt>
    <dgm:pt modelId="{92EA96B6-4875-4D2E-81A8-4833E47482D2}" type="pres">
      <dgm:prSet presAssocID="{0DD6E36F-1ED8-488D-84F3-4B72A89AF81B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C7B46009-F2A3-4EBD-95CF-A5D1B54FA39E}" type="presOf" srcId="{23B415CF-641A-42BE-97AB-A863C4214F5D}" destId="{27D8E88B-AB3C-46FA-B152-94E40C556682}" srcOrd="0" destOrd="0" presId="urn:microsoft.com/office/officeart/2005/8/layout/vList2"/>
    <dgm:cxn modelId="{83A4CA2E-30EC-486B-8955-800EB8048CFC}" srcId="{A4E2B281-2A7F-4A3F-BA79-F8BE8A44CDE2}" destId="{0DD6E36F-1ED8-488D-84F3-4B72A89AF81B}" srcOrd="4" destOrd="0" parTransId="{449F9641-B535-41DC-8732-4F7C87C6ACCA}" sibTransId="{48418A38-1FA8-47CF-A649-206E4F6AC10E}"/>
    <dgm:cxn modelId="{29E6EB5D-BFE1-4DBB-AC76-737A4CC1D1A4}" srcId="{A4E2B281-2A7F-4A3F-BA79-F8BE8A44CDE2}" destId="{91BE3D61-EA1A-4D4E-9F7A-73F009E97427}" srcOrd="1" destOrd="0" parTransId="{A0759C71-E26D-4626-A25E-97C218576019}" sibTransId="{AA7C7ECC-75F9-49EF-85EA-FA75887586FD}"/>
    <dgm:cxn modelId="{CDA7586F-B864-4F31-BFEC-61037D2AC603}" type="presOf" srcId="{A4E2B281-2A7F-4A3F-BA79-F8BE8A44CDE2}" destId="{B542AA36-445A-4E63-B409-52A5BF117260}" srcOrd="0" destOrd="0" presId="urn:microsoft.com/office/officeart/2005/8/layout/vList2"/>
    <dgm:cxn modelId="{EE5364B4-0CAF-4C7C-9445-D3AFE5A3D498}" srcId="{A4E2B281-2A7F-4A3F-BA79-F8BE8A44CDE2}" destId="{4CE02015-00EE-4763-9F0F-6C9442F29547}" srcOrd="2" destOrd="0" parTransId="{9B63B7F5-A0BC-4244-BEED-1EA6F4D4A1CE}" sibTransId="{B51EC1DA-B484-45F4-82EC-0CE246881EB4}"/>
    <dgm:cxn modelId="{C82CF6BC-B5E0-40D2-92F1-141147BDD6AC}" srcId="{A4E2B281-2A7F-4A3F-BA79-F8BE8A44CDE2}" destId="{8BE8098E-7A72-42CA-9639-9791E692F966}" srcOrd="3" destOrd="0" parTransId="{AC339D72-127D-4364-8E9E-13508651877B}" sibTransId="{C23AD6D7-5E07-4F27-B098-5D64C65F19A3}"/>
    <dgm:cxn modelId="{4E4F1FBD-1637-498E-8BB0-E0B8314BABA7}" type="presOf" srcId="{8BE8098E-7A72-42CA-9639-9791E692F966}" destId="{8065FE30-E553-42BB-AB57-425A7154F204}" srcOrd="0" destOrd="0" presId="urn:microsoft.com/office/officeart/2005/8/layout/vList2"/>
    <dgm:cxn modelId="{5597B9C5-FF0E-4668-BC33-F2085818FF13}" srcId="{A4E2B281-2A7F-4A3F-BA79-F8BE8A44CDE2}" destId="{23B415CF-641A-42BE-97AB-A863C4214F5D}" srcOrd="0" destOrd="0" parTransId="{6795CE89-D4D4-47AC-85FF-EEEA19223846}" sibTransId="{9393475B-40AD-44EE-9705-D5BAED49F891}"/>
    <dgm:cxn modelId="{DFEE84C6-4EE9-47D3-BB4E-CCB4C1474B50}" type="presOf" srcId="{91BE3D61-EA1A-4D4E-9F7A-73F009E97427}" destId="{16677910-B34B-4916-9B10-DE39C566FE26}" srcOrd="0" destOrd="0" presId="urn:microsoft.com/office/officeart/2005/8/layout/vList2"/>
    <dgm:cxn modelId="{EF8C8FDD-92DE-4EF0-8A92-9F212BC20594}" type="presOf" srcId="{0DD6E36F-1ED8-488D-84F3-4B72A89AF81B}" destId="{92EA96B6-4875-4D2E-81A8-4833E47482D2}" srcOrd="0" destOrd="0" presId="urn:microsoft.com/office/officeart/2005/8/layout/vList2"/>
    <dgm:cxn modelId="{42F8A4E1-4BEB-4F33-8D86-AAEBD0725AFA}" type="presOf" srcId="{4CE02015-00EE-4763-9F0F-6C9442F29547}" destId="{F6C72819-1396-4524-BB5B-94BB1839109E}" srcOrd="0" destOrd="0" presId="urn:microsoft.com/office/officeart/2005/8/layout/vList2"/>
    <dgm:cxn modelId="{447C2D9F-1453-4A05-BFB4-FB080C7F449E}" type="presParOf" srcId="{B542AA36-445A-4E63-B409-52A5BF117260}" destId="{27D8E88B-AB3C-46FA-B152-94E40C556682}" srcOrd="0" destOrd="0" presId="urn:microsoft.com/office/officeart/2005/8/layout/vList2"/>
    <dgm:cxn modelId="{0ACABDE7-DC7D-485D-855A-29FD9FFCB29D}" type="presParOf" srcId="{B542AA36-445A-4E63-B409-52A5BF117260}" destId="{2B112BE9-1828-478D-BACE-3C1F3379D0E3}" srcOrd="1" destOrd="0" presId="urn:microsoft.com/office/officeart/2005/8/layout/vList2"/>
    <dgm:cxn modelId="{9068DA25-D27A-4836-9553-3420A5CCD871}" type="presParOf" srcId="{B542AA36-445A-4E63-B409-52A5BF117260}" destId="{16677910-B34B-4916-9B10-DE39C566FE26}" srcOrd="2" destOrd="0" presId="urn:microsoft.com/office/officeart/2005/8/layout/vList2"/>
    <dgm:cxn modelId="{EF5574E6-3031-4BD7-80B8-872A3DE6CEDE}" type="presParOf" srcId="{B542AA36-445A-4E63-B409-52A5BF117260}" destId="{DC7ED1A6-066E-4861-810A-010875358D99}" srcOrd="3" destOrd="0" presId="urn:microsoft.com/office/officeart/2005/8/layout/vList2"/>
    <dgm:cxn modelId="{7580E25D-35F0-45E9-AF80-5C14CE8C10D8}" type="presParOf" srcId="{B542AA36-445A-4E63-B409-52A5BF117260}" destId="{F6C72819-1396-4524-BB5B-94BB1839109E}" srcOrd="4" destOrd="0" presId="urn:microsoft.com/office/officeart/2005/8/layout/vList2"/>
    <dgm:cxn modelId="{5A68023D-E95F-4C55-8565-E6B77E6B301A}" type="presParOf" srcId="{B542AA36-445A-4E63-B409-52A5BF117260}" destId="{4AFBF7BB-8C58-4A03-AB51-ECD54E6AE060}" srcOrd="5" destOrd="0" presId="urn:microsoft.com/office/officeart/2005/8/layout/vList2"/>
    <dgm:cxn modelId="{73D54F9C-D409-4F5F-B80C-F7912B51411F}" type="presParOf" srcId="{B542AA36-445A-4E63-B409-52A5BF117260}" destId="{8065FE30-E553-42BB-AB57-425A7154F204}" srcOrd="6" destOrd="0" presId="urn:microsoft.com/office/officeart/2005/8/layout/vList2"/>
    <dgm:cxn modelId="{2A39F16B-14D2-4F40-B44B-14513F16160F}" type="presParOf" srcId="{B542AA36-445A-4E63-B409-52A5BF117260}" destId="{12E14A3C-D9D2-4254-B3B4-757CCB4D6C2D}" srcOrd="7" destOrd="0" presId="urn:microsoft.com/office/officeart/2005/8/layout/vList2"/>
    <dgm:cxn modelId="{5AA59DDC-3A41-4246-B9A9-161427CC822D}" type="presParOf" srcId="{B542AA36-445A-4E63-B409-52A5BF117260}" destId="{92EA96B6-4875-4D2E-81A8-4833E47482D2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5D09EA-5EBA-4F03-AE2E-946C906375D9}">
      <dsp:nvSpPr>
        <dsp:cNvPr id="0" name=""/>
        <dsp:cNvSpPr/>
      </dsp:nvSpPr>
      <dsp:spPr>
        <a:xfrm>
          <a:off x="0" y="707092"/>
          <a:ext cx="8595360" cy="130540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94F0B44-90D9-449F-835F-C39E8836F537}">
      <dsp:nvSpPr>
        <dsp:cNvPr id="0" name=""/>
        <dsp:cNvSpPr/>
      </dsp:nvSpPr>
      <dsp:spPr>
        <a:xfrm>
          <a:off x="394883" y="1000807"/>
          <a:ext cx="717970" cy="71797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455FDC-1A5B-45B1-87C4-6B0C5D2C8F5F}">
      <dsp:nvSpPr>
        <dsp:cNvPr id="0" name=""/>
        <dsp:cNvSpPr/>
      </dsp:nvSpPr>
      <dsp:spPr>
        <a:xfrm>
          <a:off x="1507738" y="707092"/>
          <a:ext cx="7087621" cy="13054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155" tIns="138155" rIns="138155" bIns="138155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Unemployment defines economic standings, regional inequality, demographic patterns, migration patterns, etc.</a:t>
          </a:r>
        </a:p>
      </dsp:txBody>
      <dsp:txXfrm>
        <a:off x="1507738" y="707092"/>
        <a:ext cx="7087621" cy="1305401"/>
      </dsp:txXfrm>
    </dsp:sp>
    <dsp:sp modelId="{6E8320E5-228F-4271-8395-A9AE00899405}">
      <dsp:nvSpPr>
        <dsp:cNvPr id="0" name=""/>
        <dsp:cNvSpPr/>
      </dsp:nvSpPr>
      <dsp:spPr>
        <a:xfrm>
          <a:off x="0" y="2338843"/>
          <a:ext cx="8595360" cy="130540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C611FB5-CC02-43F3-B126-4BD29A1168A4}">
      <dsp:nvSpPr>
        <dsp:cNvPr id="0" name=""/>
        <dsp:cNvSpPr/>
      </dsp:nvSpPr>
      <dsp:spPr>
        <a:xfrm>
          <a:off x="394883" y="2632558"/>
          <a:ext cx="717970" cy="71797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391AF9-FDFA-42E2-B64C-BAD047FF2FD7}">
      <dsp:nvSpPr>
        <dsp:cNvPr id="0" name=""/>
        <dsp:cNvSpPr/>
      </dsp:nvSpPr>
      <dsp:spPr>
        <a:xfrm>
          <a:off x="1507738" y="2338843"/>
          <a:ext cx="7087621" cy="13054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155" tIns="138155" rIns="138155" bIns="138155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Historical changes in unemployment define periods of expansion/recession</a:t>
          </a:r>
        </a:p>
      </dsp:txBody>
      <dsp:txXfrm>
        <a:off x="1507738" y="2338843"/>
        <a:ext cx="7087621" cy="130540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475614D-9535-4036-BAE0-DF5ECE721F70}">
      <dsp:nvSpPr>
        <dsp:cNvPr id="0" name=""/>
        <dsp:cNvSpPr/>
      </dsp:nvSpPr>
      <dsp:spPr>
        <a:xfrm>
          <a:off x="0" y="707092"/>
          <a:ext cx="8595360" cy="130540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235EFDA-1DDE-4A98-BD10-055F271B1EDA}">
      <dsp:nvSpPr>
        <dsp:cNvPr id="0" name=""/>
        <dsp:cNvSpPr/>
      </dsp:nvSpPr>
      <dsp:spPr>
        <a:xfrm>
          <a:off x="394883" y="1000807"/>
          <a:ext cx="717970" cy="71797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47FD67-F4F8-44A2-B9AC-F6F1A367D14A}">
      <dsp:nvSpPr>
        <dsp:cNvPr id="0" name=""/>
        <dsp:cNvSpPr/>
      </dsp:nvSpPr>
      <dsp:spPr>
        <a:xfrm>
          <a:off x="1507738" y="707092"/>
          <a:ext cx="7087621" cy="13054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155" tIns="138155" rIns="138155" bIns="138155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baseline="0"/>
            <a:t>Identify historical points of change in unemployment rate</a:t>
          </a:r>
          <a:endParaRPr lang="en-US" sz="2500" kern="1200"/>
        </a:p>
      </dsp:txBody>
      <dsp:txXfrm>
        <a:off x="1507738" y="707092"/>
        <a:ext cx="7087621" cy="1305401"/>
      </dsp:txXfrm>
    </dsp:sp>
    <dsp:sp modelId="{C896E3CD-B0F2-4CF2-9A25-972080BF10F4}">
      <dsp:nvSpPr>
        <dsp:cNvPr id="0" name=""/>
        <dsp:cNvSpPr/>
      </dsp:nvSpPr>
      <dsp:spPr>
        <a:xfrm>
          <a:off x="0" y="2338843"/>
          <a:ext cx="8595360" cy="130540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176A40-1A5D-44DC-B5DD-F6328AA99DD4}">
      <dsp:nvSpPr>
        <dsp:cNvPr id="0" name=""/>
        <dsp:cNvSpPr/>
      </dsp:nvSpPr>
      <dsp:spPr>
        <a:xfrm>
          <a:off x="394883" y="2632558"/>
          <a:ext cx="717970" cy="71797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C7A3A6-F9B8-42F7-A433-8EC1DAB40406}">
      <dsp:nvSpPr>
        <dsp:cNvPr id="0" name=""/>
        <dsp:cNvSpPr/>
      </dsp:nvSpPr>
      <dsp:spPr>
        <a:xfrm>
          <a:off x="1507738" y="2338843"/>
          <a:ext cx="7087621" cy="13054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155" tIns="138155" rIns="138155" bIns="138155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baseline="0"/>
            <a:t>Analyze and determine if geographic location in the US effects unemployment rate</a:t>
          </a:r>
          <a:endParaRPr lang="en-US" sz="2500" kern="1200"/>
        </a:p>
      </dsp:txBody>
      <dsp:txXfrm>
        <a:off x="1507738" y="2338843"/>
        <a:ext cx="7087621" cy="130540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31904E-8C64-48B6-BC3A-61291BFA1F0D}">
      <dsp:nvSpPr>
        <dsp:cNvPr id="0" name=""/>
        <dsp:cNvSpPr/>
      </dsp:nvSpPr>
      <dsp:spPr>
        <a:xfrm>
          <a:off x="2760347" y="3388001"/>
          <a:ext cx="469441" cy="151394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34720" y="0"/>
              </a:lnTo>
              <a:lnTo>
                <a:pt x="234720" y="1513949"/>
              </a:lnTo>
              <a:lnTo>
                <a:pt x="469441" y="1513949"/>
              </a:lnTo>
            </a:path>
          </a:pathLst>
        </a:custGeom>
        <a:noFill/>
        <a:ln w="13970" cap="flat" cmpd="sng" algn="ctr">
          <a:solidFill>
            <a:schemeClr val="accent1">
              <a:tint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EB5A4A4-898A-4716-A202-C1CD2B8305C4}">
      <dsp:nvSpPr>
        <dsp:cNvPr id="0" name=""/>
        <dsp:cNvSpPr/>
      </dsp:nvSpPr>
      <dsp:spPr>
        <a:xfrm>
          <a:off x="2760347" y="3388001"/>
          <a:ext cx="469441" cy="50464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34720" y="0"/>
              </a:lnTo>
              <a:lnTo>
                <a:pt x="234720" y="504649"/>
              </a:lnTo>
              <a:lnTo>
                <a:pt x="469441" y="504649"/>
              </a:lnTo>
            </a:path>
          </a:pathLst>
        </a:custGeom>
        <a:noFill/>
        <a:ln w="13970" cap="flat" cmpd="sng" algn="ctr">
          <a:solidFill>
            <a:schemeClr val="accent1">
              <a:tint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DD73E81-7949-4834-A15C-BC1B4FCF6C46}">
      <dsp:nvSpPr>
        <dsp:cNvPr id="0" name=""/>
        <dsp:cNvSpPr/>
      </dsp:nvSpPr>
      <dsp:spPr>
        <a:xfrm>
          <a:off x="2760347" y="2883351"/>
          <a:ext cx="469441" cy="504649"/>
        </a:xfrm>
        <a:custGeom>
          <a:avLst/>
          <a:gdLst/>
          <a:ahLst/>
          <a:cxnLst/>
          <a:rect l="0" t="0" r="0" b="0"/>
          <a:pathLst>
            <a:path>
              <a:moveTo>
                <a:pt x="0" y="504649"/>
              </a:moveTo>
              <a:lnTo>
                <a:pt x="234720" y="504649"/>
              </a:lnTo>
              <a:lnTo>
                <a:pt x="234720" y="0"/>
              </a:lnTo>
              <a:lnTo>
                <a:pt x="469441" y="0"/>
              </a:lnTo>
            </a:path>
          </a:pathLst>
        </a:custGeom>
        <a:noFill/>
        <a:ln w="13970" cap="flat" cmpd="sng" algn="ctr">
          <a:solidFill>
            <a:schemeClr val="accent1">
              <a:tint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E666AAB-6F83-43CA-AC03-7EE65ACAED04}">
      <dsp:nvSpPr>
        <dsp:cNvPr id="0" name=""/>
        <dsp:cNvSpPr/>
      </dsp:nvSpPr>
      <dsp:spPr>
        <a:xfrm>
          <a:off x="2760347" y="1874052"/>
          <a:ext cx="469441" cy="1513949"/>
        </a:xfrm>
        <a:custGeom>
          <a:avLst/>
          <a:gdLst/>
          <a:ahLst/>
          <a:cxnLst/>
          <a:rect l="0" t="0" r="0" b="0"/>
          <a:pathLst>
            <a:path>
              <a:moveTo>
                <a:pt x="0" y="1513949"/>
              </a:moveTo>
              <a:lnTo>
                <a:pt x="234720" y="1513949"/>
              </a:lnTo>
              <a:lnTo>
                <a:pt x="234720" y="0"/>
              </a:lnTo>
              <a:lnTo>
                <a:pt x="469441" y="0"/>
              </a:lnTo>
            </a:path>
          </a:pathLst>
        </a:custGeom>
        <a:noFill/>
        <a:ln w="13970" cap="flat" cmpd="sng" algn="ctr">
          <a:solidFill>
            <a:schemeClr val="accent1">
              <a:tint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964C23D-0524-4FF7-9B41-987B162E2099}">
      <dsp:nvSpPr>
        <dsp:cNvPr id="0" name=""/>
        <dsp:cNvSpPr/>
      </dsp:nvSpPr>
      <dsp:spPr>
        <a:xfrm>
          <a:off x="413138" y="2152"/>
          <a:ext cx="2347209" cy="715898"/>
        </a:xfrm>
        <a:prstGeom prst="rect">
          <a:avLst/>
        </a:prstGeom>
        <a:solidFill>
          <a:schemeClr val="accent1">
            <a:shade val="60000"/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baseline="0"/>
            <a:t>COVID-19 spike and recovery (2020 – 2023)</a:t>
          </a:r>
          <a:endParaRPr lang="en-US" sz="1400" kern="1200"/>
        </a:p>
      </dsp:txBody>
      <dsp:txXfrm>
        <a:off x="413138" y="2152"/>
        <a:ext cx="2347209" cy="715898"/>
      </dsp:txXfrm>
    </dsp:sp>
    <dsp:sp modelId="{7798D81E-0D91-495C-A58B-3EE78BD8F46D}">
      <dsp:nvSpPr>
        <dsp:cNvPr id="0" name=""/>
        <dsp:cNvSpPr/>
      </dsp:nvSpPr>
      <dsp:spPr>
        <a:xfrm>
          <a:off x="413138" y="1011452"/>
          <a:ext cx="2347209" cy="715898"/>
        </a:xfrm>
        <a:prstGeom prst="rect">
          <a:avLst/>
        </a:prstGeom>
        <a:solidFill>
          <a:schemeClr val="accent1">
            <a:shade val="60000"/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baseline="0"/>
            <a:t>Great Recession recovery (2012 – 2018)</a:t>
          </a:r>
          <a:endParaRPr lang="en-US" sz="1400" kern="1200"/>
        </a:p>
      </dsp:txBody>
      <dsp:txXfrm>
        <a:off x="413138" y="1011452"/>
        <a:ext cx="2347209" cy="715898"/>
      </dsp:txXfrm>
    </dsp:sp>
    <dsp:sp modelId="{3A88335F-AB27-4E58-A881-D6B4507DB521}">
      <dsp:nvSpPr>
        <dsp:cNvPr id="0" name=""/>
        <dsp:cNvSpPr/>
      </dsp:nvSpPr>
      <dsp:spPr>
        <a:xfrm>
          <a:off x="413138" y="2020752"/>
          <a:ext cx="2347209" cy="715898"/>
        </a:xfrm>
        <a:prstGeom prst="rect">
          <a:avLst/>
        </a:prstGeom>
        <a:solidFill>
          <a:schemeClr val="accent1">
            <a:shade val="60000"/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baseline="0"/>
            <a:t>“Full employment” plateau (2018 – 2020)</a:t>
          </a:r>
          <a:endParaRPr lang="en-US" sz="1400" kern="1200"/>
        </a:p>
      </dsp:txBody>
      <dsp:txXfrm>
        <a:off x="413138" y="2020752"/>
        <a:ext cx="2347209" cy="715898"/>
      </dsp:txXfrm>
    </dsp:sp>
    <dsp:sp modelId="{46E29CE8-36AA-492C-B0A4-477D6077E1CD}">
      <dsp:nvSpPr>
        <dsp:cNvPr id="0" name=""/>
        <dsp:cNvSpPr/>
      </dsp:nvSpPr>
      <dsp:spPr>
        <a:xfrm>
          <a:off x="413138" y="3030052"/>
          <a:ext cx="2347209" cy="715898"/>
        </a:xfrm>
        <a:prstGeom prst="rect">
          <a:avLst/>
        </a:prstGeom>
        <a:solidFill>
          <a:schemeClr val="accent1">
            <a:shade val="60000"/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baseline="0"/>
            <a:t>Effect of urbanization and work climate on geographic unemployment</a:t>
          </a:r>
          <a:endParaRPr lang="en-US" sz="1400" kern="1200"/>
        </a:p>
      </dsp:txBody>
      <dsp:txXfrm>
        <a:off x="413138" y="3030052"/>
        <a:ext cx="2347209" cy="715898"/>
      </dsp:txXfrm>
    </dsp:sp>
    <dsp:sp modelId="{562CB587-C6DA-4C44-B076-D77D4220D95A}">
      <dsp:nvSpPr>
        <dsp:cNvPr id="0" name=""/>
        <dsp:cNvSpPr/>
      </dsp:nvSpPr>
      <dsp:spPr>
        <a:xfrm>
          <a:off x="3229788" y="1516102"/>
          <a:ext cx="2347209" cy="715898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California outlier</a:t>
          </a:r>
        </a:p>
      </dsp:txBody>
      <dsp:txXfrm>
        <a:off x="3229788" y="1516102"/>
        <a:ext cx="2347209" cy="715898"/>
      </dsp:txXfrm>
    </dsp:sp>
    <dsp:sp modelId="{5FF21A53-94F7-484E-8108-7930E51333C6}">
      <dsp:nvSpPr>
        <dsp:cNvPr id="0" name=""/>
        <dsp:cNvSpPr/>
      </dsp:nvSpPr>
      <dsp:spPr>
        <a:xfrm>
          <a:off x="3229788" y="2525402"/>
          <a:ext cx="2347209" cy="715898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Different labor forces / work industries</a:t>
          </a:r>
        </a:p>
      </dsp:txBody>
      <dsp:txXfrm>
        <a:off x="3229788" y="2525402"/>
        <a:ext cx="2347209" cy="715898"/>
      </dsp:txXfrm>
    </dsp:sp>
    <dsp:sp modelId="{11AFF22B-52E0-4B75-B4F8-46627FE79C8F}">
      <dsp:nvSpPr>
        <dsp:cNvPr id="0" name=""/>
        <dsp:cNvSpPr/>
      </dsp:nvSpPr>
      <dsp:spPr>
        <a:xfrm>
          <a:off x="3229788" y="3534702"/>
          <a:ext cx="2347209" cy="715898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Recovery speeds</a:t>
          </a:r>
        </a:p>
      </dsp:txBody>
      <dsp:txXfrm>
        <a:off x="3229788" y="3534702"/>
        <a:ext cx="2347209" cy="715898"/>
      </dsp:txXfrm>
    </dsp:sp>
    <dsp:sp modelId="{AB0EBABA-A9CB-4492-925B-5B417743577F}">
      <dsp:nvSpPr>
        <dsp:cNvPr id="0" name=""/>
        <dsp:cNvSpPr/>
      </dsp:nvSpPr>
      <dsp:spPr>
        <a:xfrm>
          <a:off x="3229788" y="4544002"/>
          <a:ext cx="2347209" cy="715898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Different degrees of population density</a:t>
          </a:r>
        </a:p>
      </dsp:txBody>
      <dsp:txXfrm>
        <a:off x="3229788" y="4544002"/>
        <a:ext cx="2347209" cy="71589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F3BBD1-1592-4257-8595-A015686031F7}">
      <dsp:nvSpPr>
        <dsp:cNvPr id="0" name=""/>
        <dsp:cNvSpPr/>
      </dsp:nvSpPr>
      <dsp:spPr>
        <a:xfrm>
          <a:off x="0" y="531"/>
          <a:ext cx="859536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F3085A1-5F32-4C04-93D3-B510B8F4815F}">
      <dsp:nvSpPr>
        <dsp:cNvPr id="0" name=""/>
        <dsp:cNvSpPr/>
      </dsp:nvSpPr>
      <dsp:spPr>
        <a:xfrm>
          <a:off x="375988" y="280191"/>
          <a:ext cx="683614" cy="68361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A152C6-6A47-4D9A-A26A-C61B203ADFE4}">
      <dsp:nvSpPr>
        <dsp:cNvPr id="0" name=""/>
        <dsp:cNvSpPr/>
      </dsp:nvSpPr>
      <dsp:spPr>
        <a:xfrm>
          <a:off x="1435590" y="531"/>
          <a:ext cx="3867912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baseline="0"/>
            <a:t>Challenging</a:t>
          </a:r>
          <a:endParaRPr lang="en-US" sz="2500" kern="1200"/>
        </a:p>
      </dsp:txBody>
      <dsp:txXfrm>
        <a:off x="1435590" y="531"/>
        <a:ext cx="3867912" cy="1242935"/>
      </dsp:txXfrm>
    </dsp:sp>
    <dsp:sp modelId="{7DF51E33-812B-4D2C-92FF-BC33765C91CD}">
      <dsp:nvSpPr>
        <dsp:cNvPr id="0" name=""/>
        <dsp:cNvSpPr/>
      </dsp:nvSpPr>
      <dsp:spPr>
        <a:xfrm>
          <a:off x="5303502" y="531"/>
          <a:ext cx="3291857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Cleaning and merging data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Needing to filter to specific time frames</a:t>
          </a:r>
        </a:p>
      </dsp:txBody>
      <dsp:txXfrm>
        <a:off x="5303502" y="531"/>
        <a:ext cx="3291857" cy="1242935"/>
      </dsp:txXfrm>
    </dsp:sp>
    <dsp:sp modelId="{528BBA06-DE70-40E2-9422-2054202704E0}">
      <dsp:nvSpPr>
        <dsp:cNvPr id="0" name=""/>
        <dsp:cNvSpPr/>
      </dsp:nvSpPr>
      <dsp:spPr>
        <a:xfrm>
          <a:off x="0" y="1554200"/>
          <a:ext cx="859536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51E118F-AF7F-4B55-B9F5-8D00169E5D88}">
      <dsp:nvSpPr>
        <dsp:cNvPr id="0" name=""/>
        <dsp:cNvSpPr/>
      </dsp:nvSpPr>
      <dsp:spPr>
        <a:xfrm>
          <a:off x="375988" y="1833861"/>
          <a:ext cx="683614" cy="68361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B51B94-8C98-4911-86F0-09CDEB11EC7E}">
      <dsp:nvSpPr>
        <dsp:cNvPr id="0" name=""/>
        <dsp:cNvSpPr/>
      </dsp:nvSpPr>
      <dsp:spPr>
        <a:xfrm>
          <a:off x="1435590" y="1554200"/>
          <a:ext cx="3867912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baseline="0"/>
            <a:t>Rewarding</a:t>
          </a:r>
          <a:endParaRPr lang="en-US" sz="2500" kern="1200"/>
        </a:p>
      </dsp:txBody>
      <dsp:txXfrm>
        <a:off x="1435590" y="1554200"/>
        <a:ext cx="3867912" cy="1242935"/>
      </dsp:txXfrm>
    </dsp:sp>
    <dsp:sp modelId="{74E2AD20-7F7C-49C2-B623-332FA3CB8C8C}">
      <dsp:nvSpPr>
        <dsp:cNvPr id="0" name=""/>
        <dsp:cNvSpPr/>
      </dsp:nvSpPr>
      <dsp:spPr>
        <a:xfrm>
          <a:off x="5303502" y="1554200"/>
          <a:ext cx="3291857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Noticing the patterns I expected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Having my research align with my data analysis</a:t>
          </a:r>
        </a:p>
      </dsp:txBody>
      <dsp:txXfrm>
        <a:off x="5303502" y="1554200"/>
        <a:ext cx="3291857" cy="1242935"/>
      </dsp:txXfrm>
    </dsp:sp>
    <dsp:sp modelId="{1CC1045F-0A38-4323-BE4B-A407A04E94B2}">
      <dsp:nvSpPr>
        <dsp:cNvPr id="0" name=""/>
        <dsp:cNvSpPr/>
      </dsp:nvSpPr>
      <dsp:spPr>
        <a:xfrm>
          <a:off x="0" y="3107870"/>
          <a:ext cx="859536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B3015C-3BE5-4DEC-B9B4-EBDB62D4FB80}">
      <dsp:nvSpPr>
        <dsp:cNvPr id="0" name=""/>
        <dsp:cNvSpPr/>
      </dsp:nvSpPr>
      <dsp:spPr>
        <a:xfrm>
          <a:off x="375988" y="3387530"/>
          <a:ext cx="683614" cy="68361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090EF3-8760-4A17-80F4-E7BC75B2E2AF}">
      <dsp:nvSpPr>
        <dsp:cNvPr id="0" name=""/>
        <dsp:cNvSpPr/>
      </dsp:nvSpPr>
      <dsp:spPr>
        <a:xfrm>
          <a:off x="1435590" y="3107870"/>
          <a:ext cx="3867912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baseline="0"/>
            <a:t>Future Changes</a:t>
          </a:r>
          <a:endParaRPr lang="en-US" sz="2500" kern="1200"/>
        </a:p>
      </dsp:txBody>
      <dsp:txXfrm>
        <a:off x="1435590" y="3107870"/>
        <a:ext cx="3867912" cy="1242935"/>
      </dsp:txXfrm>
    </dsp:sp>
    <dsp:sp modelId="{2F7DDE43-01DD-41B9-A717-4AAF341F6703}">
      <dsp:nvSpPr>
        <dsp:cNvPr id="0" name=""/>
        <dsp:cNvSpPr/>
      </dsp:nvSpPr>
      <dsp:spPr>
        <a:xfrm>
          <a:off x="5303502" y="3107870"/>
          <a:ext cx="3291857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Integrate demographic information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Add more states for deeper and more specific analysis</a:t>
          </a:r>
        </a:p>
      </dsp:txBody>
      <dsp:txXfrm>
        <a:off x="5303502" y="3107870"/>
        <a:ext cx="3291857" cy="124293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18127F-68A2-47D4-B4A2-130B841999AD}">
      <dsp:nvSpPr>
        <dsp:cNvPr id="0" name=""/>
        <dsp:cNvSpPr/>
      </dsp:nvSpPr>
      <dsp:spPr>
        <a:xfrm>
          <a:off x="0" y="0"/>
          <a:ext cx="3080684" cy="4201478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0182" tIns="330200" rIns="240182" bIns="33020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baseline="0"/>
            <a:t>Compute a forecasting model to predict future unemployment rates</a:t>
          </a:r>
          <a:endParaRPr lang="en-US" sz="2100" kern="1200"/>
        </a:p>
      </dsp:txBody>
      <dsp:txXfrm>
        <a:off x="0" y="1596561"/>
        <a:ext cx="3080684" cy="2520886"/>
      </dsp:txXfrm>
    </dsp:sp>
    <dsp:sp modelId="{384B58AF-91BF-4585-852F-156F3495E208}">
      <dsp:nvSpPr>
        <dsp:cNvPr id="0" name=""/>
        <dsp:cNvSpPr/>
      </dsp:nvSpPr>
      <dsp:spPr>
        <a:xfrm>
          <a:off x="910120" y="420147"/>
          <a:ext cx="1260443" cy="1260443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8269" tIns="12700" rIns="98269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1</a:t>
          </a:r>
        </a:p>
      </dsp:txBody>
      <dsp:txXfrm>
        <a:off x="1094708" y="604735"/>
        <a:ext cx="891267" cy="891267"/>
      </dsp:txXfrm>
    </dsp:sp>
    <dsp:sp modelId="{E07B3DBB-3875-4244-8577-0F6C17B64E25}">
      <dsp:nvSpPr>
        <dsp:cNvPr id="0" name=""/>
        <dsp:cNvSpPr/>
      </dsp:nvSpPr>
      <dsp:spPr>
        <a:xfrm>
          <a:off x="0" y="4201406"/>
          <a:ext cx="3080684" cy="72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AC7BFA0E-CD9A-4522-A7D1-7CE1A6C42433}">
      <dsp:nvSpPr>
        <dsp:cNvPr id="0" name=""/>
        <dsp:cNvSpPr/>
      </dsp:nvSpPr>
      <dsp:spPr>
        <a:xfrm>
          <a:off x="3388753" y="0"/>
          <a:ext cx="3080684" cy="4201478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0182" tIns="330200" rIns="240182" bIns="33020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baseline="0"/>
            <a:t>Investigate the degree of unemployment each state faces</a:t>
          </a:r>
          <a:endParaRPr lang="en-US" sz="2100" kern="1200"/>
        </a:p>
      </dsp:txBody>
      <dsp:txXfrm>
        <a:off x="3388753" y="1596561"/>
        <a:ext cx="3080684" cy="2520886"/>
      </dsp:txXfrm>
    </dsp:sp>
    <dsp:sp modelId="{BCE0C4A7-E062-4CAC-8246-DA8FE28C1471}">
      <dsp:nvSpPr>
        <dsp:cNvPr id="0" name=""/>
        <dsp:cNvSpPr/>
      </dsp:nvSpPr>
      <dsp:spPr>
        <a:xfrm>
          <a:off x="4298873" y="420147"/>
          <a:ext cx="1260443" cy="1260443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8269" tIns="12700" rIns="98269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2</a:t>
          </a:r>
        </a:p>
      </dsp:txBody>
      <dsp:txXfrm>
        <a:off x="4483461" y="604735"/>
        <a:ext cx="891267" cy="891267"/>
      </dsp:txXfrm>
    </dsp:sp>
    <dsp:sp modelId="{34509BD0-57A8-4B5D-8D98-235F57446FDA}">
      <dsp:nvSpPr>
        <dsp:cNvPr id="0" name=""/>
        <dsp:cNvSpPr/>
      </dsp:nvSpPr>
      <dsp:spPr>
        <a:xfrm>
          <a:off x="3388753" y="4201406"/>
          <a:ext cx="3080684" cy="72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2B1D1D42-3659-4980-A347-5E2F05D52B4F}">
      <dsp:nvSpPr>
        <dsp:cNvPr id="0" name=""/>
        <dsp:cNvSpPr/>
      </dsp:nvSpPr>
      <dsp:spPr>
        <a:xfrm>
          <a:off x="6777506" y="0"/>
          <a:ext cx="3080684" cy="4201478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0182" tIns="330200" rIns="240182" bIns="33020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baseline="0"/>
            <a:t>Analyze the southern states to understand why some states are high in unemployment and some are low</a:t>
          </a:r>
          <a:endParaRPr lang="en-US" sz="2100" kern="1200"/>
        </a:p>
      </dsp:txBody>
      <dsp:txXfrm>
        <a:off x="6777506" y="1596561"/>
        <a:ext cx="3080684" cy="2520886"/>
      </dsp:txXfrm>
    </dsp:sp>
    <dsp:sp modelId="{C9B8E0CE-715B-42A7-9A9D-2B3C4BB9CD42}">
      <dsp:nvSpPr>
        <dsp:cNvPr id="0" name=""/>
        <dsp:cNvSpPr/>
      </dsp:nvSpPr>
      <dsp:spPr>
        <a:xfrm>
          <a:off x="7687626" y="420147"/>
          <a:ext cx="1260443" cy="1260443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8269" tIns="12700" rIns="98269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3</a:t>
          </a:r>
        </a:p>
      </dsp:txBody>
      <dsp:txXfrm>
        <a:off x="7872214" y="604735"/>
        <a:ext cx="891267" cy="891267"/>
      </dsp:txXfrm>
    </dsp:sp>
    <dsp:sp modelId="{8A081B1F-E7A2-43E9-9AFA-A40A1BC7A577}">
      <dsp:nvSpPr>
        <dsp:cNvPr id="0" name=""/>
        <dsp:cNvSpPr/>
      </dsp:nvSpPr>
      <dsp:spPr>
        <a:xfrm>
          <a:off x="6777506" y="4201406"/>
          <a:ext cx="3080684" cy="72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D8E88B-AB3C-46FA-B152-94E40C556682}">
      <dsp:nvSpPr>
        <dsp:cNvPr id="0" name=""/>
        <dsp:cNvSpPr/>
      </dsp:nvSpPr>
      <dsp:spPr>
        <a:xfrm>
          <a:off x="0" y="335438"/>
          <a:ext cx="8595360" cy="6715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baseline="0" dirty="0"/>
            <a:t>Professor </a:t>
          </a:r>
          <a:r>
            <a:rPr lang="en-US" sz="2800" kern="1200" baseline="0" dirty="0" err="1"/>
            <a:t>Alraee</a:t>
          </a:r>
          <a:r>
            <a:rPr lang="en-US" sz="2800" kern="1200" baseline="0" dirty="0"/>
            <a:t>, Professor Park, Professor Perine</a:t>
          </a:r>
          <a:endParaRPr lang="en-US" sz="2800" kern="1200" dirty="0"/>
        </a:p>
      </dsp:txBody>
      <dsp:txXfrm>
        <a:off x="32784" y="368222"/>
        <a:ext cx="8529792" cy="606012"/>
      </dsp:txXfrm>
    </dsp:sp>
    <dsp:sp modelId="{16677910-B34B-4916-9B10-DE39C566FE26}">
      <dsp:nvSpPr>
        <dsp:cNvPr id="0" name=""/>
        <dsp:cNvSpPr/>
      </dsp:nvSpPr>
      <dsp:spPr>
        <a:xfrm>
          <a:off x="0" y="1087658"/>
          <a:ext cx="8595360" cy="6715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baseline="0" dirty="0"/>
            <a:t>Montgomery County Government</a:t>
          </a:r>
          <a:endParaRPr lang="en-US" sz="2800" kern="1200" dirty="0"/>
        </a:p>
      </dsp:txBody>
      <dsp:txXfrm>
        <a:off x="32784" y="1120442"/>
        <a:ext cx="8529792" cy="606012"/>
      </dsp:txXfrm>
    </dsp:sp>
    <dsp:sp modelId="{F6C72819-1396-4524-BB5B-94BB1839109E}">
      <dsp:nvSpPr>
        <dsp:cNvPr id="0" name=""/>
        <dsp:cNvSpPr/>
      </dsp:nvSpPr>
      <dsp:spPr>
        <a:xfrm>
          <a:off x="0" y="1839878"/>
          <a:ext cx="8595360" cy="6715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baseline="0"/>
            <a:t>Data Montgomery</a:t>
          </a:r>
          <a:endParaRPr lang="en-US" sz="2800" kern="1200" dirty="0"/>
        </a:p>
      </dsp:txBody>
      <dsp:txXfrm>
        <a:off x="32784" y="1872662"/>
        <a:ext cx="8529792" cy="606012"/>
      </dsp:txXfrm>
    </dsp:sp>
    <dsp:sp modelId="{8065FE30-E553-42BB-AB57-425A7154F204}">
      <dsp:nvSpPr>
        <dsp:cNvPr id="0" name=""/>
        <dsp:cNvSpPr/>
      </dsp:nvSpPr>
      <dsp:spPr>
        <a:xfrm>
          <a:off x="0" y="2592098"/>
          <a:ext cx="8595360" cy="6715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baseline="0" dirty="0"/>
            <a:t>Class of ’26 Early College Data Science Cohort</a:t>
          </a:r>
          <a:endParaRPr lang="en-US" sz="2800" kern="1200" dirty="0"/>
        </a:p>
      </dsp:txBody>
      <dsp:txXfrm>
        <a:off x="32784" y="2624882"/>
        <a:ext cx="8529792" cy="606012"/>
      </dsp:txXfrm>
    </dsp:sp>
    <dsp:sp modelId="{92EA96B6-4875-4D2E-81A8-4833E47482D2}">
      <dsp:nvSpPr>
        <dsp:cNvPr id="0" name=""/>
        <dsp:cNvSpPr/>
      </dsp:nvSpPr>
      <dsp:spPr>
        <a:xfrm>
          <a:off x="0" y="3344318"/>
          <a:ext cx="8595360" cy="6715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baseline="0"/>
            <a:t>DATA 205 Classmates</a:t>
          </a:r>
          <a:endParaRPr lang="en-US" sz="2800" kern="1200"/>
        </a:p>
      </dsp:txBody>
      <dsp:txXfrm>
        <a:off x="32784" y="3377102"/>
        <a:ext cx="8529792" cy="60601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9/3/layout/HorizontalOrganizationChart">
  <dgm:title val=""/>
  <dgm:desc val=""/>
  <dgm:catLst>
    <dgm:cat type="hierarchy" pri="43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305"/>
      <dgm:constr type="w" for="des" forName="rootComposite" refType="w" fact="10"/>
      <dgm:constr type="h" for="des" forName="rootComposite" refType="w" refFor="des" refForName="rootComposite1" fact="0.305"/>
      <dgm:constr type="w" for="des" forName="rootComposite3" refType="w" fact="10"/>
      <dgm:constr type="h" for="des" forName="rootComposite3" refType="w" refFor="des" refForName="rootComposite1" fact="0.305"/>
      <dgm:constr type="primFontSz" for="des" ptType="node" op="equ"/>
      <dgm:constr type="sp" for="des" op="equ"/>
      <dgm:constr type="sp" for="des" forName="hierRoot1" refType="w" refFor="des" refForName="rootComposite1" fact="0.2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125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125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func="var" arg="dir" op="equ" val="norm">
                  <dgm:alg type="hierRoot">
                    <dgm:param type="hierAlign" val="lT"/>
                  </dgm:alg>
                  <dgm:constrLst>
                    <dgm:constr type="alignOff" val="0.75"/>
                  </dgm:constrLst>
                </dgm:if>
                <dgm:else name="Name9">
                  <dgm:alg type="hierRoot">
                    <dgm:param type="hierAlign" val="rT"/>
                  </dgm:alg>
                  <dgm:constrLst>
                    <dgm:constr type="alignOff" val="0.75"/>
                  </dgm:constrLst>
                </dgm:else>
              </dgm:choose>
            </dgm:if>
            <dgm:if name="Name10" func="var" arg="hierBranch" op="equ" val="r">
              <dgm:choose name="Name11">
                <dgm:if name="Name12" func="var" arg="dir" op="equ" val="norm">
                  <dgm:alg type="hierRoot">
                    <dgm:param type="hierAlign" val="lB"/>
                  </dgm:alg>
                  <dgm:constrLst>
                    <dgm:constr type="alignOff" val="0.75"/>
                  </dgm:constrLst>
                </dgm:if>
                <dgm:else name="Name13">
                  <dgm:alg type="hierRoot">
                    <dgm:param type="hierAlign" val="rB"/>
                  </dgm:alg>
                  <dgm:constrLst>
                    <dgm:constr type="alignOff" val="0.75"/>
                  </dgm:constrLst>
                </dgm:else>
              </dgm:choose>
            </dgm:if>
            <dgm:if name="Name14" func="var" arg="hierBranch" op="equ" val="hang">
              <dgm:choose name="Name15">
                <dgm:if name="Name16" func="var" arg="dir" op="equ" val="norm">
                  <dgm:alg type="hierRoot">
                    <dgm:param type="hierAlign" val="lCtrCh"/>
                  </dgm:alg>
                  <dgm:constrLst>
                    <dgm:constr type="alignOff" val="0.65"/>
                  </dgm:constrLst>
                </dgm:if>
                <dgm:else name="Name17">
                  <dgm:alg type="hierRoot">
                    <dgm:param type="hierAlign" val="rCtrCh"/>
                  </dgm:alg>
                  <dgm:constrLst>
                    <dgm:constr type="alignOff" val="0.65"/>
                  </dgm:constrLst>
                </dgm:else>
              </dgm:choose>
            </dgm:if>
            <dgm:else name="Name18">
              <dgm:choose name="Name19">
                <dgm:if name="Name20" func="var" arg="dir" op="equ" val="norm">
                  <dgm:alg type="hierRoot">
                    <dgm:param type="hierAlign" val="l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if>
                <dgm:else name="Name21">
                  <dgm:alg type="hierRoot">
                    <dgm:param type="hierAlign" val="r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else>
              </dgm:choose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22">
              <dgm:if name="Name23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4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5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6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7">
              <dgm:if name="Name28" func="var" arg="hierBranch" op="equ" val="l">
                <dgm:choose name="Name29">
                  <dgm:if name="Name30" func="var" arg="dir" op="equ" val="norm">
                    <dgm:alg type="hierChild">
                      <dgm:param type="chAlign" val="t"/>
                      <dgm:param type="linDir" val="fromL"/>
                    </dgm:alg>
                  </dgm:if>
                  <dgm:else name="Name31">
                    <dgm:alg type="hierChild">
                      <dgm:param type="chAlign" val="t"/>
                      <dgm:param type="linDir" val="fromR"/>
                    </dgm:alg>
                  </dgm:else>
                </dgm:choose>
              </dgm:if>
              <dgm:if name="Name32" func="var" arg="hierBranch" op="equ" val="r">
                <dgm:choose name="Name33">
                  <dgm:if name="Name34" func="var" arg="dir" op="equ" val="norm">
                    <dgm:alg type="hierChild">
                      <dgm:param type="chAlign" val="b"/>
                      <dgm:param type="linDir" val="fromL"/>
                    </dgm:alg>
                  </dgm:if>
                  <dgm:else name="Name35">
                    <dgm:alg type="hierChild">
                      <dgm:param type="chAlign" val="b"/>
                      <dgm:param type="linDir" val="fromR"/>
                    </dgm:alg>
                  </dgm:else>
                </dgm:choose>
              </dgm:if>
              <dgm:if name="Name36" func="var" arg="hierBranch" op="equ" val="hang">
                <dgm:choose name="Name37">
                  <dgm:if name="Name38" func="var" arg="dir" op="equ" val="norm">
                    <dgm:alg type="hierChild">
                      <dgm:param type="chAlign" val="l"/>
                      <dgm:param type="linDir" val="fromT"/>
                      <dgm:param type="secChAlign" val="t"/>
                      <dgm:param type="secLinDir" val="fromL"/>
                    </dgm:alg>
                  </dgm:if>
                  <dgm:else name="Name39">
                    <dgm:alg type="hierChild">
                      <dgm:param type="chAlign" val="r"/>
                      <dgm:param type="linDir" val="fromT"/>
                      <dgm:param type="secChAlign" val="t"/>
                      <dgm:param type="secLinDir" val="fromR"/>
                    </dgm:alg>
                  </dgm:else>
                </dgm:choose>
              </dgm:if>
              <dgm:else name="Name40">
                <dgm:choose name="Name41">
                  <dgm:if name="Name4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43">
                    <dgm:alg type="hierChild">
                      <dgm:param type="linDir" val="fromT"/>
                      <dgm:param type="ch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44" axis="precedSib" ptType="parTrans" st="-1" cnt="1">
                <dgm:choose name="Name45">
                  <dgm:if name="Name46" func="var" arg="hierBranch" op="equ" val="hang">
                    <dgm:layoutNode name="Name47">
                      <dgm:choose name="Name48">
                        <dgm:if name="Name4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 tCtr"/>
                          </dgm:alg>
                        </dgm:if>
                        <dgm:else name="Name5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 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1" func="var" arg="hierBranch" op="equ" val="l">
                    <dgm:layoutNode name="Name52">
                      <dgm:choose name="Name53">
                        <dgm:if name="Name54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tCtr"/>
                          </dgm:alg>
                        </dgm:if>
                        <dgm:else name="Name55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6" func="var" arg="hierBranch" op="equ" val="r">
                    <dgm:layoutNode name="Name57">
                      <dgm:choose name="Name58">
                        <dgm:if name="Name5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"/>
                          </dgm:alg>
                        </dgm:if>
                        <dgm:else name="Name6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61">
                    <dgm:choose name="Name62">
                      <dgm:if name="Name63" func="var" arg="dir" op="equ" val="norm">
                        <dgm:layoutNode name="Name6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midL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if>
                      <dgm:else name="Name65">
                        <dgm:layoutNode name="Name66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midR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else>
                    </dgm:choos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7">
                  <dgm:if name="Name68" func="var" arg="hierBranch" op="equ" val="l">
                    <dgm:choose name="Name69">
                      <dgm:if name="Name70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71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2" func="var" arg="hierBranch" op="equ" val="r">
                    <dgm:choose name="Name73">
                      <dgm:if name="Name74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75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6" func="var" arg="hierBranch" op="equ" val="hang">
                    <dgm:choose name="Name77">
                      <dgm:if name="Name78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79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80">
                    <dgm:choose name="Name81">
                      <dgm:if name="Name82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83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84">
                    <dgm:if name="Name85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6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7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8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9">
                    <dgm:if name="Name90" func="var" arg="hierBranch" op="equ" val="l">
                      <dgm:choose name="Name91">
                        <dgm:if name="Name92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93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r">
                      <dgm:choose name="Name95">
                        <dgm:if name="Name96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97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98" func="var" arg="hierBranch" op="equ" val="hang">
                      <dgm:choose name="Name99">
                        <dgm:if name="Name100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01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05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a"/>
                </dgm:layoutNode>
                <dgm:layoutNode name="hierChild5">
                  <dgm:choose name="Name107">
                    <dgm:if name="Name108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09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10" ref="rep2b"/>
                </dgm:layoutNode>
              </dgm:layoutNode>
            </dgm:forEach>
          </dgm:layoutNode>
          <dgm:layoutNode name="hierChild3">
            <dgm:choose name="Name111">
              <dgm:if name="Name112" func="var" arg="dir" op="equ" val="norm">
                <dgm:alg type="hierChild">
                  <dgm:param type="chAlign" val="l"/>
                  <dgm:param type="linDir" val="fromT"/>
                  <dgm:param type="secChAlign" val="t"/>
                  <dgm:param type="secLinDir" val="fromL"/>
                </dgm:alg>
              </dgm:if>
              <dgm:else name="Name113">
                <dgm:alg type="hierChild">
                  <dgm:param type="chAlign" val="r"/>
                  <dgm:param type="linDir" val="fromT"/>
                  <dgm:param type="secChAlign" val="t"/>
                  <dgm:param type="sec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4" axis="precedSib" ptType="parTrans" st="-1" cnt="1">
                <dgm:layoutNode name="Name115">
                  <dgm:choose name="Name116">
                    <dgm:if name="Name117" func="var" arg="dir" op="equ" val="norm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R"/>
                        <dgm:param type="endPts" val="bCtr tCtr"/>
                      </dgm:alg>
                    </dgm:if>
                    <dgm:else name="Name11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L"/>
                        <dgm:param type="endPts" val="bCtr tCtr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9">
                  <dgm:if name="Name120" func="var" arg="hierBranch" op="equ" val="l">
                    <dgm:choose name="Name121">
                      <dgm:if name="Name122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123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4" func="var" arg="hierBranch" op="equ" val="r">
                    <dgm:choose name="Name125">
                      <dgm:if name="Name126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127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8" func="var" arg="hierBranch" op="equ" val="hang">
                    <dgm:choose name="Name129">
                      <dgm:if name="Name130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131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132">
                    <dgm:choose name="Name133">
                      <dgm:if name="Name134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135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36">
                    <dgm:if name="Name137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8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9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40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41">
                    <dgm:if name="Name142" func="var" arg="hierBranch" op="equ" val="l">
                      <dgm:choose name="Name143">
                        <dgm:if name="Name144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145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146" func="var" arg="hierBranch" op="equ" val="r">
                      <dgm:choose name="Name147">
                        <dgm:if name="Name148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149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150" func="var" arg="hierBranch" op="equ" val="hang">
                      <dgm:choose name="Name151">
                        <dgm:if name="Name152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53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54">
                      <dgm:choose name="Name155">
                        <dgm:if name="Name156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57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58" ref="rep2a"/>
                </dgm:layoutNode>
                <dgm:layoutNode name="hierChild7">
                  <dgm:choose name="Name159">
                    <dgm:if name="Name160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61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62" ref="rep2b"/>
                </dgm:layoutNode>
              </dgm:layoutNode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CEC2B7-5603-E847-9CCD-B17BCD70217C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7AB055-8057-8042-A9DC-340E25EB4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7233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png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8.png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9.png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4.png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89631D5-4CBA-B958-66E5-1D06CE60A685}"/>
              </a:ext>
            </a:extLst>
          </p:cNvPr>
          <p:cNvSpPr/>
          <p:nvPr/>
        </p:nvSpPr>
        <p:spPr>
          <a:xfrm>
            <a:off x="457200" y="1110996"/>
            <a:ext cx="11277600" cy="463600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2E59B00B-2A72-3526-46B5-2D31EFBA1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1394139"/>
            <a:ext cx="5336630" cy="4069724"/>
          </a:xfrm>
        </p:spPr>
        <p:txBody>
          <a:bodyPr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E53AC4E3-F9DF-C029-69FF-01D7C04DE0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0370" y="6031065"/>
            <a:ext cx="9144000" cy="548640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1600" cap="all" spc="100" baseline="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D47A7DF-A880-1D22-F809-631CB36C5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3520" y="430684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A9645FC2-7E06-2307-2D7B-2B52E501815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09450" y="430684"/>
            <a:ext cx="2743200" cy="365125"/>
          </a:xfrm>
        </p:spPr>
        <p:txBody>
          <a:bodyPr/>
          <a:lstStyle/>
          <a:p>
            <a:fld id="{C6B4DC52-CC44-D647-BBB1-762854F46572}" type="datetime1">
              <a:rPr lang="en-US" smtClean="0"/>
              <a:t>5/13/2026</a:t>
            </a:fld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2CE0142-6727-D96E-8B4C-F8DC42F3C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300" y="6126480"/>
            <a:ext cx="365760" cy="365125"/>
          </a:xfrm>
        </p:spPr>
        <p:txBody>
          <a:bodyPr/>
          <a:lstStyle>
            <a:lvl1pPr algn="r">
              <a:defRPr/>
            </a:lvl1pPr>
          </a:lstStyle>
          <a:p>
            <a:pPr algn="r"/>
            <a:fld id="{40B778AE-8D30-EC43-B255-420E7914C179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11" name="Picture 10" descr="A lemons on a branch&#10;&#10;AI-generated content may be incorrect.">
            <a:extLst>
              <a:ext uri="{FF2B5EF4-FFF2-40B4-BE49-F238E27FC236}">
                <a16:creationId xmlns:a16="http://schemas.microsoft.com/office/drawing/2014/main" id="{617993DE-FCA3-752E-CB4D-EE0CBE74D20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9594"/>
          <a:stretch>
            <a:fillRect/>
          </a:stretch>
        </p:blipFill>
        <p:spPr>
          <a:xfrm>
            <a:off x="6251965" y="1110995"/>
            <a:ext cx="5482836" cy="4636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620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552" cy="1005840"/>
          </a:xfrm>
        </p:spPr>
        <p:txBody>
          <a:bodyPr anchor="t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54480"/>
            <a:ext cx="11274552" cy="4297680"/>
          </a:xfrm>
        </p:spPr>
        <p:txBody>
          <a:bodyPr/>
          <a:lstStyle>
            <a:lvl1pPr>
              <a:defRPr b="0"/>
            </a:lvl1pPr>
            <a:lvl2pPr>
              <a:defRPr b="0"/>
            </a:lvl2pPr>
            <a:lvl3pPr>
              <a:defRPr b="0"/>
            </a:lvl3pPr>
            <a:lvl4pPr>
              <a:defRPr b="0"/>
            </a:lvl4pPr>
            <a:lvl5pPr>
              <a:defRPr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CF59F-16CF-294B-89B0-023DBFDF062C}" type="datetime1">
              <a:rPr lang="en-US" smtClean="0"/>
              <a:t>5/13/2026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5249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5C43E3D-F1B4-8814-CBFD-54B6394BA78F}"/>
              </a:ext>
            </a:extLst>
          </p:cNvPr>
          <p:cNvSpPr/>
          <p:nvPr/>
        </p:nvSpPr>
        <p:spPr>
          <a:xfrm>
            <a:off x="0" y="0"/>
            <a:ext cx="12192000" cy="4072024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199" y="4480560"/>
            <a:ext cx="11274552" cy="99698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0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199" y="5532535"/>
            <a:ext cx="11274552" cy="54864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cap="all" spc="100" baseline="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7200" y="457201"/>
            <a:ext cx="11274552" cy="3111499"/>
          </a:xfr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99749300-EB7F-2826-88A0-CB3E4B36C03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FC0BE1CD-8E53-8DE9-82CF-9813E2925E9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B85CE52D-B630-4803-B6B1-978CBC39E2B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E2FA9DB-1C23-8847-8157-4FA9725CC381}" type="datetime1">
              <a:rPr lang="en-US" smtClean="0"/>
              <a:t>5/13/2026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9028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D187BAA-B8F3-6F9A-35D6-79C20A14A9DC}"/>
              </a:ext>
            </a:extLst>
          </p:cNvPr>
          <p:cNvSpPr/>
          <p:nvPr/>
        </p:nvSpPr>
        <p:spPr>
          <a:xfrm>
            <a:off x="5090160" y="-1"/>
            <a:ext cx="7101840" cy="685800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197" y="548640"/>
            <a:ext cx="4175760" cy="36576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6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199" y="4492488"/>
            <a:ext cx="4175760" cy="141135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 cap="all" spc="100" baseline="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3C3368D-40FA-88E5-2622-5C794E187D5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2ABA8E-1A54-1C96-093B-B44E62007A6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809077" y="6126480"/>
            <a:ext cx="2103120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B07656-FDD0-1CCB-57C9-0B3A32C50CD6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3006709" y="6126480"/>
            <a:ext cx="1626250" cy="365125"/>
          </a:xfrm>
        </p:spPr>
        <p:txBody>
          <a:bodyPr/>
          <a:lstStyle/>
          <a:p>
            <a:fld id="{84E3F07D-7317-3440-A531-3AA29DD45979}" type="datetime1">
              <a:rPr lang="en-US" smtClean="0"/>
              <a:t>5/13/2026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547360" y="457200"/>
            <a:ext cx="6187440" cy="59436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0485270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02DD718-F017-AE4C-FB9F-B4557EA33522}"/>
              </a:ext>
            </a:extLst>
          </p:cNvPr>
          <p:cNvSpPr/>
          <p:nvPr/>
        </p:nvSpPr>
        <p:spPr>
          <a:xfrm>
            <a:off x="0" y="-1"/>
            <a:ext cx="7162800" cy="685800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2618" y="457200"/>
            <a:ext cx="4112182" cy="432031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6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2618" y="4870174"/>
            <a:ext cx="4114800" cy="1033669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 cap="all" spc="100" baseline="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1A639AF-317A-79DF-3175-64C726EA3189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457200" y="457200"/>
            <a:ext cx="6236252" cy="5943600"/>
          </a:xfrm>
          <a:custGeom>
            <a:avLst/>
            <a:gdLst>
              <a:gd name="connsiteX0" fmla="*/ 0 w 7195675"/>
              <a:gd name="connsiteY0" fmla="*/ 0 h 6858000"/>
              <a:gd name="connsiteX1" fmla="*/ 7195675 w 7195675"/>
              <a:gd name="connsiteY1" fmla="*/ 0 h 6858000"/>
              <a:gd name="connsiteX2" fmla="*/ 7195675 w 7195675"/>
              <a:gd name="connsiteY2" fmla="*/ 6858000 h 6858000"/>
              <a:gd name="connsiteX3" fmla="*/ 0 w 71956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95675" h="6858000">
                <a:moveTo>
                  <a:pt x="0" y="0"/>
                </a:moveTo>
                <a:lnTo>
                  <a:pt x="7195675" y="0"/>
                </a:lnTo>
                <a:lnTo>
                  <a:pt x="7195675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746577E-8831-2287-F882-043365FBE38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630823" y="6126480"/>
            <a:ext cx="365760" cy="365125"/>
          </a:xfrm>
        </p:spPr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78256CB-DBBA-7F98-5D6E-65BAC308069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028420" y="6126480"/>
            <a:ext cx="2717314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97DDC16-6E73-6885-8380-0E401292C07E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745734" y="6126480"/>
            <a:ext cx="991684" cy="365125"/>
          </a:xfrm>
        </p:spPr>
        <p:txBody>
          <a:bodyPr/>
          <a:lstStyle/>
          <a:p>
            <a:fld id="{28CD2E8A-C0A9-4347-A584-9C026C30AB40}" type="datetime1">
              <a:rPr lang="en-US" smtClean="0"/>
              <a:t>5/13/2026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9718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0246537-4B75-474B-2A12-4A3572BEA2EC}"/>
              </a:ext>
            </a:extLst>
          </p:cNvPr>
          <p:cNvSpPr/>
          <p:nvPr/>
        </p:nvSpPr>
        <p:spPr>
          <a:xfrm>
            <a:off x="0" y="-1"/>
            <a:ext cx="7315200" cy="685800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70584" y="457200"/>
            <a:ext cx="4114800" cy="379972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36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70581" y="4403039"/>
            <a:ext cx="3959352" cy="146304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cap="all" spc="100" baseline="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1A639AF-317A-79DF-3175-64C726EA318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57200" y="457200"/>
            <a:ext cx="6400800" cy="5943600"/>
          </a:xfrm>
          <a:custGeom>
            <a:avLst/>
            <a:gdLst>
              <a:gd name="connsiteX0" fmla="*/ 0 w 7195675"/>
              <a:gd name="connsiteY0" fmla="*/ 0 h 6858000"/>
              <a:gd name="connsiteX1" fmla="*/ 7195675 w 7195675"/>
              <a:gd name="connsiteY1" fmla="*/ 0 h 6858000"/>
              <a:gd name="connsiteX2" fmla="*/ 7195675 w 7195675"/>
              <a:gd name="connsiteY2" fmla="*/ 6858000 h 6858000"/>
              <a:gd name="connsiteX3" fmla="*/ 0 w 71956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95675" h="6858000">
                <a:moveTo>
                  <a:pt x="0" y="0"/>
                </a:moveTo>
                <a:lnTo>
                  <a:pt x="7195675" y="0"/>
                </a:lnTo>
                <a:lnTo>
                  <a:pt x="7195675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F15057E-7A11-B5DB-0534-D8153986646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776118" y="6126480"/>
            <a:ext cx="365760" cy="365125"/>
          </a:xfrm>
        </p:spPr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3574E8DD-5B33-6D4C-0DDF-CB27D8491EE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173715" y="6126480"/>
            <a:ext cx="2522862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DF415EC-0AD6-6198-0FC5-D47053F2FBF0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781835" y="6126480"/>
            <a:ext cx="948098" cy="365125"/>
          </a:xfrm>
        </p:spPr>
        <p:txBody>
          <a:bodyPr/>
          <a:lstStyle/>
          <a:p>
            <a:fld id="{B2E8E543-FE9A-4843-9AB8-691F5895E16D}" type="datetime1">
              <a:rPr lang="en-US" smtClean="0"/>
              <a:t>5/13/2026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7739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895BD72-5536-F3FE-33EF-8633D55A2D61}"/>
              </a:ext>
            </a:extLst>
          </p:cNvPr>
          <p:cNvSpPr/>
          <p:nvPr/>
        </p:nvSpPr>
        <p:spPr>
          <a:xfrm>
            <a:off x="468772" y="1155432"/>
            <a:ext cx="11274552" cy="425388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059B19-9CED-B375-2B62-A6035F09E5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8724" y="5656357"/>
            <a:ext cx="11274552" cy="935512"/>
          </a:xfrm>
        </p:spPr>
        <p:txBody>
          <a:bodyPr anchor="ctr" anchorCtr="0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AA7984-A4B6-F007-847A-B07D938E62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21329" y="365760"/>
            <a:ext cx="8349343" cy="540708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600" cap="all" spc="1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6" name="Picture 5" descr="A lemons on a branch with leaves&#10;&#10;AI-generated content may be incorrect.">
            <a:extLst>
              <a:ext uri="{FF2B5EF4-FFF2-40B4-BE49-F238E27FC236}">
                <a16:creationId xmlns:a16="http://schemas.microsoft.com/office/drawing/2014/main" id="{3C01443A-552D-4FF4-DE2A-271C95288DF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56459" y="1155432"/>
            <a:ext cx="4279082" cy="4590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16530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C1DE5E9-85A8-0FC5-7F43-2E0EABF782DF}"/>
              </a:ext>
            </a:extLst>
          </p:cNvPr>
          <p:cNvSpPr/>
          <p:nvPr/>
        </p:nvSpPr>
        <p:spPr>
          <a:xfrm>
            <a:off x="457200" y="457199"/>
            <a:ext cx="4092338" cy="59436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650CA3D-7603-670A-D8C7-708AE9FA2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198" y="1711444"/>
            <a:ext cx="6858001" cy="4929772"/>
          </a:xfrm>
        </p:spPr>
        <p:txBody>
          <a:bodyPr anchor="b"/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211682ED-44B0-7547-E137-F0B1DA9363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29200" y="383629"/>
            <a:ext cx="3899647" cy="97715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cap="all" spc="100" baseline="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pic>
        <p:nvPicPr>
          <p:cNvPr id="6" name="Picture 5" descr="A lemons on a branch with leaves&#10;&#10;AI-generated content may be incorrect.">
            <a:extLst>
              <a:ext uri="{FF2B5EF4-FFF2-40B4-BE49-F238E27FC236}">
                <a16:creationId xmlns:a16="http://schemas.microsoft.com/office/drawing/2014/main" id="{15BE8FF9-7851-AB46-405F-0AA70A4B66AC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8613" t="-1" b="-3044"/>
          <a:stretch>
            <a:fillRect/>
          </a:stretch>
        </p:blipFill>
        <p:spPr>
          <a:xfrm>
            <a:off x="457200" y="460148"/>
            <a:ext cx="4710576" cy="6397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03749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457198"/>
            <a:ext cx="5140452" cy="619963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72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Section Header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FA4AE76-095C-A207-5846-53F5F689F718}"/>
              </a:ext>
            </a:extLst>
          </p:cNvPr>
          <p:cNvSpPr/>
          <p:nvPr/>
        </p:nvSpPr>
        <p:spPr>
          <a:xfrm>
            <a:off x="6096000" y="457200"/>
            <a:ext cx="5617029" cy="594360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 descr="A lemons on a branch with blue leaves&#10;&#10;AI-generated content may be incorrect.">
            <a:extLst>
              <a:ext uri="{FF2B5EF4-FFF2-40B4-BE49-F238E27FC236}">
                <a16:creationId xmlns:a16="http://schemas.microsoft.com/office/drawing/2014/main" id="{65E78305-C5E3-6063-CB40-26C0D5E00C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5553" y="457194"/>
            <a:ext cx="7277476" cy="5943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2857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0" y="798790"/>
            <a:ext cx="6400800" cy="1247197"/>
          </a:xfrm>
        </p:spPr>
        <p:txBody>
          <a:bodyPr anchor="t" anchorCtr="0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03520" y="2557825"/>
            <a:ext cx="6400800" cy="3185025"/>
          </a:xfrm>
        </p:spPr>
        <p:txBody>
          <a:bodyPr anchor="b" anchorCtr="0">
            <a:normAutofit/>
          </a:bodyPr>
          <a:lstStyle>
            <a:lvl1pPr marL="0" indent="-320040">
              <a:spcBef>
                <a:spcPts val="1800"/>
              </a:spcBef>
              <a:buFont typeface="+mj-lt"/>
              <a:buAutoNum type="arabicPeriod"/>
              <a:defRPr sz="1800"/>
            </a:lvl1pPr>
            <a:lvl2pPr marL="457200" indent="-320040">
              <a:spcBef>
                <a:spcPts val="1800"/>
              </a:spcBef>
              <a:buFont typeface="+mj-lt"/>
              <a:buAutoNum type="arabicPeriod"/>
              <a:defRPr sz="1600"/>
            </a:lvl2pPr>
            <a:lvl3pPr marL="685800" indent="-320040">
              <a:spcBef>
                <a:spcPts val="1800"/>
              </a:spcBef>
              <a:buFont typeface="+mj-lt"/>
              <a:buAutoNum type="arabicPeriod"/>
              <a:defRPr sz="1400"/>
            </a:lvl3pPr>
            <a:lvl4pPr marL="804672" indent="-320040">
              <a:spcBef>
                <a:spcPts val="1800"/>
              </a:spcBef>
              <a:buFont typeface="+mj-lt"/>
              <a:buAutoNum type="arabicPeriod"/>
              <a:defRPr sz="1400"/>
            </a:lvl4pPr>
            <a:lvl5pPr marL="1024128" indent="-320040">
              <a:spcBef>
                <a:spcPts val="1800"/>
              </a:spcBef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4F1D5-6C74-2344-B02C-988BD7DE5058}" type="datetime1">
              <a:rPr lang="en-US" smtClean="0"/>
              <a:t>5/13/2026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8081EAF-576F-9050-A03B-54F899B4C07A}"/>
              </a:ext>
            </a:extLst>
          </p:cNvPr>
          <p:cNvSpPr/>
          <p:nvPr/>
        </p:nvSpPr>
        <p:spPr>
          <a:xfrm>
            <a:off x="411481" y="914400"/>
            <a:ext cx="4389990" cy="475488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A lemon on a branch&#10;&#10;AI-generated content may be incorrect.">
            <a:extLst>
              <a:ext uri="{FF2B5EF4-FFF2-40B4-BE49-F238E27FC236}">
                <a16:creationId xmlns:a16="http://schemas.microsoft.com/office/drawing/2014/main" id="{C7EE14FD-1F7E-7416-B121-07AC7950DD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154" y="557784"/>
            <a:ext cx="4798070" cy="5394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95347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5F09020-BF03-712A-9029-505DB1E628D4}"/>
              </a:ext>
            </a:extLst>
          </p:cNvPr>
          <p:cNvSpPr/>
          <p:nvPr/>
        </p:nvSpPr>
        <p:spPr>
          <a:xfrm>
            <a:off x="411480" y="408561"/>
            <a:ext cx="11346580" cy="547788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399"/>
            <a:ext cx="3749040" cy="2834640"/>
          </a:xfrm>
        </p:spPr>
        <p:txBody>
          <a:bodyPr anchor="t" anchorCtr="0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40568" y="914399"/>
            <a:ext cx="6126480" cy="4480560"/>
          </a:xfrm>
        </p:spPr>
        <p:txBody>
          <a:bodyPr anchor="t" anchorCtr="0">
            <a:normAutofit/>
          </a:bodyPr>
          <a:lstStyle>
            <a:lvl1pPr marL="0" indent="-320040">
              <a:spcBef>
                <a:spcPts val="1800"/>
              </a:spcBef>
              <a:buFont typeface="+mj-lt"/>
              <a:buAutoNum type="arabicPeriod"/>
              <a:defRPr sz="1800"/>
            </a:lvl1pPr>
            <a:lvl2pPr marL="457200" indent="-320040">
              <a:spcBef>
                <a:spcPts val="1800"/>
              </a:spcBef>
              <a:buFont typeface="+mj-lt"/>
              <a:buAutoNum type="arabicPeriod"/>
              <a:defRPr sz="1600"/>
            </a:lvl2pPr>
            <a:lvl3pPr marL="685800" indent="-320040">
              <a:spcBef>
                <a:spcPts val="1800"/>
              </a:spcBef>
              <a:buFont typeface="+mj-lt"/>
              <a:buAutoNum type="arabicPeriod"/>
              <a:defRPr sz="1400"/>
            </a:lvl3pPr>
            <a:lvl4pPr marL="804672" indent="-320040">
              <a:spcBef>
                <a:spcPts val="1800"/>
              </a:spcBef>
              <a:buFont typeface="+mj-lt"/>
              <a:buAutoNum type="arabicPeriod"/>
              <a:defRPr sz="1400"/>
            </a:lvl4pPr>
            <a:lvl5pPr marL="1024128" indent="-320040">
              <a:spcBef>
                <a:spcPts val="1800"/>
              </a:spcBef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26B5E-0855-9440-AA3D-7D15E0A5A0A9}" type="datetime1">
              <a:rPr lang="en-US" smtClean="0"/>
              <a:t>5/13/2026</a:t>
            </a:fld>
            <a:endParaRPr lang="en-US"/>
          </a:p>
        </p:txBody>
      </p:sp>
      <p:pic>
        <p:nvPicPr>
          <p:cNvPr id="12" name="Picture 11" descr="Blue leaves on a black background&#10;&#10;AI-generated content may be incorrect.">
            <a:extLst>
              <a:ext uri="{FF2B5EF4-FFF2-40B4-BE49-F238E27FC236}">
                <a16:creationId xmlns:a16="http://schemas.microsoft.com/office/drawing/2014/main" id="{8C201F69-ACDC-EC3F-66B0-D7107872DC87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804153"/>
            <a:ext cx="1917700" cy="134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39698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DB4B979-1FB0-5E72-46AC-50BC7CFE6907}"/>
              </a:ext>
            </a:extLst>
          </p:cNvPr>
          <p:cNvSpPr/>
          <p:nvPr/>
        </p:nvSpPr>
        <p:spPr>
          <a:xfrm>
            <a:off x="0" y="-1"/>
            <a:ext cx="457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5223" y="914400"/>
            <a:ext cx="6126480" cy="1188720"/>
          </a:xfrm>
        </p:spPr>
        <p:txBody>
          <a:bodyPr anchor="t" anchorCtr="0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D26684C-23E4-F6A1-5A03-70AE7BEA72C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57200" y="457200"/>
            <a:ext cx="3657600" cy="5943600"/>
          </a:xfrm>
          <a:custGeom>
            <a:avLst/>
            <a:gdLst>
              <a:gd name="connsiteX0" fmla="*/ 0 w 4565591"/>
              <a:gd name="connsiteY0" fmla="*/ 0 h 6858000"/>
              <a:gd name="connsiteX1" fmla="*/ 4565591 w 4565591"/>
              <a:gd name="connsiteY1" fmla="*/ 0 h 6858000"/>
              <a:gd name="connsiteX2" fmla="*/ 4565591 w 4565591"/>
              <a:gd name="connsiteY2" fmla="*/ 6858000 h 6858000"/>
              <a:gd name="connsiteX3" fmla="*/ 0 w 456559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5591" h="6858000">
                <a:moveTo>
                  <a:pt x="0" y="0"/>
                </a:moveTo>
                <a:lnTo>
                  <a:pt x="4565591" y="0"/>
                </a:lnTo>
                <a:lnTo>
                  <a:pt x="4565591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45224" y="2468880"/>
            <a:ext cx="6126480" cy="3436789"/>
          </a:xfrm>
        </p:spPr>
        <p:txBody>
          <a:bodyPr>
            <a:normAutofit/>
          </a:bodyPr>
          <a:lstStyle>
            <a:lvl1pPr marL="0" indent="-320040">
              <a:spcBef>
                <a:spcPts val="1800"/>
              </a:spcBef>
              <a:buFont typeface="+mj-lt"/>
              <a:buAutoNum type="arabicPeriod"/>
              <a:defRPr sz="2000" baseline="0"/>
            </a:lvl1pPr>
            <a:lvl2pPr marL="457200" indent="-320040">
              <a:spcBef>
                <a:spcPts val="1800"/>
              </a:spcBef>
              <a:buFont typeface="+mj-lt"/>
              <a:buAutoNum type="arabicPeriod"/>
              <a:defRPr sz="1800" baseline="0"/>
            </a:lvl2pPr>
            <a:lvl3pPr marL="685800" indent="-320040">
              <a:spcBef>
                <a:spcPts val="1800"/>
              </a:spcBef>
              <a:buFont typeface="+mj-lt"/>
              <a:buAutoNum type="arabicPeriod"/>
              <a:defRPr sz="1600" baseline="0"/>
            </a:lvl3pPr>
            <a:lvl4pPr marL="804672" indent="-320040">
              <a:spcBef>
                <a:spcPts val="1800"/>
              </a:spcBef>
              <a:buFont typeface="+mj-lt"/>
              <a:buAutoNum type="arabicPeriod"/>
              <a:defRPr sz="1400" baseline="0"/>
            </a:lvl4pPr>
            <a:lvl5pPr marL="1024128" indent="-320040">
              <a:spcBef>
                <a:spcPts val="1800"/>
              </a:spcBef>
              <a:buFont typeface="+mj-lt"/>
              <a:buAutoNum type="arabicPeriod"/>
              <a:defRPr sz="14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2F12806-9D4B-B331-8FBA-9E389069CF3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050561" y="6126480"/>
            <a:ext cx="365760" cy="365125"/>
          </a:xfrm>
        </p:spPr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2D280FE9-C0C5-BEEF-1C01-F53C19D152E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448158" y="6126480"/>
            <a:ext cx="4114800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13CDBE3-275E-E9FB-D64A-5856C14B07C6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429874" y="6126480"/>
            <a:ext cx="1328185" cy="365125"/>
          </a:xfrm>
        </p:spPr>
        <p:txBody>
          <a:bodyPr/>
          <a:lstStyle/>
          <a:p>
            <a:fld id="{20EA976F-543A-3147-8F10-92D90F1FB7DE}" type="datetime1">
              <a:rPr lang="en-US" smtClean="0"/>
              <a:t>5/13/2026</a:t>
            </a:fld>
            <a:endParaRPr lang="en-US"/>
          </a:p>
        </p:txBody>
      </p:sp>
      <p:pic>
        <p:nvPicPr>
          <p:cNvPr id="3" name="Picture 2" descr="A blue and black image of two birds&#10;&#10;AI-generated content may be incorrect.">
            <a:extLst>
              <a:ext uri="{FF2B5EF4-FFF2-40B4-BE49-F238E27FC236}">
                <a16:creationId xmlns:a16="http://schemas.microsoft.com/office/drawing/2014/main" id="{61A4B5C7-FD62-4D7D-A791-54AB1ABC8C5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9654540" y="3003334"/>
            <a:ext cx="416052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32642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0911" y="2133600"/>
            <a:ext cx="6623436" cy="1070776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768786" y="3335364"/>
            <a:ext cx="4659735" cy="1645198"/>
          </a:xfrm>
        </p:spPr>
        <p:txBody>
          <a:bodyPr/>
          <a:lstStyle>
            <a:lvl1pPr marL="0" indent="0" algn="ctr">
              <a:buNone/>
              <a:defRPr sz="1400"/>
            </a:lvl1pPr>
            <a:lvl2pPr marL="228600" indent="0" algn="ctr">
              <a:buNone/>
              <a:defRPr sz="1400"/>
            </a:lvl2pPr>
            <a:lvl3pPr marL="457200" indent="0" algn="ctr">
              <a:buNone/>
              <a:defRPr sz="1400"/>
            </a:lvl3pPr>
            <a:lvl4pPr marL="685800" indent="0" algn="ctr">
              <a:buNone/>
              <a:defRPr sz="1400"/>
            </a:lvl4pPr>
            <a:lvl5pPr marL="914400" indent="0" algn="ctr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62A3C-8A73-964C-A7B1-9C66EB8F456D}" type="datetime1">
              <a:rPr lang="en-US" smtClean="0"/>
              <a:t>5/13/2026</a:t>
            </a:fld>
            <a:endParaRPr lang="en-US"/>
          </a:p>
        </p:txBody>
      </p:sp>
      <p:pic>
        <p:nvPicPr>
          <p:cNvPr id="11" name="Picture 10" descr="A blue leaf on a black background&#10;&#10;AI-generated content may be incorrect.">
            <a:extLst>
              <a:ext uri="{FF2B5EF4-FFF2-40B4-BE49-F238E27FC236}">
                <a16:creationId xmlns:a16="http://schemas.microsoft.com/office/drawing/2014/main" id="{BED6ACC6-8535-9138-3CC3-23292E127C19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41628"/>
          <a:stretch>
            <a:fillRect/>
          </a:stretch>
        </p:blipFill>
        <p:spPr>
          <a:xfrm flipH="1">
            <a:off x="1638457" y="-1"/>
            <a:ext cx="3509674" cy="1034177"/>
          </a:xfrm>
          <a:prstGeom prst="rect">
            <a:avLst/>
          </a:prstGeom>
        </p:spPr>
      </p:pic>
      <p:pic>
        <p:nvPicPr>
          <p:cNvPr id="13" name="Picture 12" descr="Blue leaves on a black background&#10;&#10;AI-generated content may be incorrect.">
            <a:extLst>
              <a:ext uri="{FF2B5EF4-FFF2-40B4-BE49-F238E27FC236}">
                <a16:creationId xmlns:a16="http://schemas.microsoft.com/office/drawing/2014/main" id="{9891E051-0BB5-0815-2DD6-BBEBCE603786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804153"/>
            <a:ext cx="1917700" cy="1346200"/>
          </a:xfrm>
          <a:prstGeom prst="rect">
            <a:avLst/>
          </a:prstGeom>
        </p:spPr>
      </p:pic>
      <p:pic>
        <p:nvPicPr>
          <p:cNvPr id="14" name="Picture 13" descr="Blue leaves on a black background&#10;&#10;AI-generated content may be incorrect.">
            <a:extLst>
              <a:ext uri="{FF2B5EF4-FFF2-40B4-BE49-F238E27FC236}">
                <a16:creationId xmlns:a16="http://schemas.microsoft.com/office/drawing/2014/main" id="{B2C36771-C253-85DB-E144-61D9EB19FC8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 flipV="1">
            <a:off x="10171959" y="780706"/>
            <a:ext cx="2020041" cy="1418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3727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7902447-E63B-C699-1F10-66D1D40394D0}"/>
              </a:ext>
            </a:extLst>
          </p:cNvPr>
          <p:cNvSpPr/>
          <p:nvPr/>
        </p:nvSpPr>
        <p:spPr>
          <a:xfrm>
            <a:off x="-2" y="0"/>
            <a:ext cx="813816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986283C0-8ECE-D2EA-E5E3-6F15CF1545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4234" y="1315451"/>
            <a:ext cx="3163825" cy="1888925"/>
          </a:xfrm>
        </p:spPr>
        <p:txBody>
          <a:bodyPr anchor="b"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60872" y="274320"/>
            <a:ext cx="365760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958469" y="274320"/>
            <a:ext cx="1828800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819106" y="274320"/>
            <a:ext cx="938954" cy="365125"/>
          </a:xfrm>
        </p:spPr>
        <p:txBody>
          <a:bodyPr/>
          <a:lstStyle/>
          <a:p>
            <a:fld id="{16BEDD57-7FB0-8C49-978A-2E5AD4193CAB}" type="datetime1">
              <a:rPr lang="en-US" smtClean="0"/>
              <a:t>5/13/2026</a:t>
            </a:fld>
            <a:endParaRPr lang="en-US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A7DC67AD-3301-6431-3E36-B83AA13337B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595360" y="3335363"/>
            <a:ext cx="3162699" cy="2372709"/>
          </a:xfrm>
        </p:spPr>
        <p:txBody>
          <a:bodyPr/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3" name="Picture 2" descr="A close up of a blue and yellow leaf&#10;&#10;AI-generated content may be incorrect.">
            <a:extLst>
              <a:ext uri="{FF2B5EF4-FFF2-40B4-BE49-F238E27FC236}">
                <a16:creationId xmlns:a16="http://schemas.microsoft.com/office/drawing/2014/main" id="{F4AA3198-0DF5-E044-FEBD-0A08E92D514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1"/>
            <a:ext cx="962919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70298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7902447-E63B-C699-1F10-66D1D40394D0}"/>
              </a:ext>
            </a:extLst>
          </p:cNvPr>
          <p:cNvSpPr/>
          <p:nvPr/>
        </p:nvSpPr>
        <p:spPr>
          <a:xfrm>
            <a:off x="4053840" y="0"/>
            <a:ext cx="813816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4F807023-B064-9646-E49E-9AEF600F0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15453"/>
            <a:ext cx="3163824" cy="1888923"/>
          </a:xfrm>
        </p:spPr>
        <p:txBody>
          <a:bodyPr anchor="b"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43249" y="274320"/>
            <a:ext cx="365760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0846" y="274320"/>
            <a:ext cx="1828800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69646" y="274320"/>
            <a:ext cx="970791" cy="365125"/>
          </a:xfrm>
        </p:spPr>
        <p:txBody>
          <a:bodyPr/>
          <a:lstStyle/>
          <a:p>
            <a:fld id="{3398BDEE-7079-9E46-9D3D-C026D74D657A}" type="datetime1">
              <a:rPr lang="en-US" smtClean="0"/>
              <a:t>5/13/2026</a:t>
            </a:fld>
            <a:endParaRPr lang="en-US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9C2635AD-DF42-C262-C20D-FDB7B411625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0" y="3335364"/>
            <a:ext cx="3163824" cy="3107000"/>
          </a:xfrm>
        </p:spPr>
        <p:txBody>
          <a:bodyPr/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1" name="Picture 10" descr="A lemons on a branch with leaves&#10;&#10;AI-generated content may be incorrect.">
            <a:extLst>
              <a:ext uri="{FF2B5EF4-FFF2-40B4-BE49-F238E27FC236}">
                <a16:creationId xmlns:a16="http://schemas.microsoft.com/office/drawing/2014/main" id="{ADF17735-1EF3-3E8F-EE23-73AE24B0CF1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715" r="9359" b="30270"/>
          <a:stretch>
            <a:fillRect/>
          </a:stretch>
        </p:blipFill>
        <p:spPr>
          <a:xfrm>
            <a:off x="3795759" y="0"/>
            <a:ext cx="839624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66000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7537" y="1731332"/>
            <a:ext cx="3493858" cy="3456894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1727014"/>
            <a:ext cx="4956175" cy="34612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DA1B6-7262-A14C-9D8B-572C17D5CCAA}" type="datetime1">
              <a:rPr lang="en-US" smtClean="0"/>
              <a:t>5/13/2026</a:t>
            </a:fld>
            <a:endParaRPr lang="en-US"/>
          </a:p>
        </p:txBody>
      </p:sp>
      <p:pic>
        <p:nvPicPr>
          <p:cNvPr id="7" name="Picture 6" descr="A blue and black image of two birds&#10;&#10;AI-generated content may be incorrect.">
            <a:extLst>
              <a:ext uri="{FF2B5EF4-FFF2-40B4-BE49-F238E27FC236}">
                <a16:creationId xmlns:a16="http://schemas.microsoft.com/office/drawing/2014/main" id="{53359F0E-3165-F69F-DECE-2D1FB68E174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4400" y="0"/>
            <a:ext cx="4160520" cy="919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7255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914400"/>
            <a:ext cx="3923455" cy="4083580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56011" y="914400"/>
            <a:ext cx="6045390" cy="40835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B914E-727D-924F-AF8C-57D7CD572093}" type="datetime1">
              <a:rPr lang="en-US" smtClean="0"/>
              <a:t>5/13/2026</a:t>
            </a:fld>
            <a:endParaRPr lang="en-US"/>
          </a:p>
        </p:txBody>
      </p:sp>
      <p:pic>
        <p:nvPicPr>
          <p:cNvPr id="3" name="Picture 2" descr="A blue and black image of two birds&#10;&#10;AI-generated content may be incorrect.">
            <a:extLst>
              <a:ext uri="{FF2B5EF4-FFF2-40B4-BE49-F238E27FC236}">
                <a16:creationId xmlns:a16="http://schemas.microsoft.com/office/drawing/2014/main" id="{A830C04B-A250-7A15-C730-C6A3AFCB9C16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5175848" y="5943599"/>
            <a:ext cx="416052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62203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6617" y="731520"/>
            <a:ext cx="8658766" cy="1005840"/>
          </a:xfrm>
        </p:spPr>
        <p:txBody>
          <a:bodyPr anchor="b" anchorCtr="0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31AD03-5543-5055-E5F3-2C2E7AF4A65C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2653413" y="1995858"/>
            <a:ext cx="6884668" cy="37399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F8492AF-A293-67AC-351D-6F8D2EE5A36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A12EA25-588C-6976-3F71-17F5A88C9A2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88EAD482-3B0C-B1C6-EDE0-9F5AD7972C2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70565B3-CF1A-E942-97FF-0B9F398F7855}" type="datetime1">
              <a:rPr lang="en-US" smtClean="0"/>
              <a:t>5/13/2026</a:t>
            </a:fld>
            <a:endParaRPr lang="en-US"/>
          </a:p>
        </p:txBody>
      </p:sp>
      <p:pic>
        <p:nvPicPr>
          <p:cNvPr id="3" name="Picture 2" descr="A blue leafy plant&#10;&#10;AI-generated content may be incorrect.">
            <a:extLst>
              <a:ext uri="{FF2B5EF4-FFF2-40B4-BE49-F238E27FC236}">
                <a16:creationId xmlns:a16="http://schemas.microsoft.com/office/drawing/2014/main" id="{7514231A-DFF9-EEC8-7FD8-6D51A7E9FF6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7073"/>
          <a:stretch>
            <a:fillRect/>
          </a:stretch>
        </p:blipFill>
        <p:spPr>
          <a:xfrm>
            <a:off x="0" y="157646"/>
            <a:ext cx="1757091" cy="1460378"/>
          </a:xfrm>
          <a:prstGeom prst="rect">
            <a:avLst/>
          </a:prstGeom>
        </p:spPr>
      </p:pic>
      <p:pic>
        <p:nvPicPr>
          <p:cNvPr id="9" name="Picture 8" descr="A blue leaf on a black background&#10;&#10;AI-generated content may be incorrect.">
            <a:extLst>
              <a:ext uri="{FF2B5EF4-FFF2-40B4-BE49-F238E27FC236}">
                <a16:creationId xmlns:a16="http://schemas.microsoft.com/office/drawing/2014/main" id="{A6D137FE-2907-46A6-B35B-5A4CAE628A4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rot="16200000" flipH="1">
            <a:off x="-1163538" y="2885078"/>
            <a:ext cx="3361254" cy="1034177"/>
          </a:xfrm>
          <a:prstGeom prst="rect">
            <a:avLst/>
          </a:prstGeom>
        </p:spPr>
      </p:pic>
      <p:pic>
        <p:nvPicPr>
          <p:cNvPr id="15" name="Picture 14" descr="A blue and black image of two birds&#10;&#10;AI-generated content may be incorrect.">
            <a:extLst>
              <a:ext uri="{FF2B5EF4-FFF2-40B4-BE49-F238E27FC236}">
                <a16:creationId xmlns:a16="http://schemas.microsoft.com/office/drawing/2014/main" id="{04E727C6-2D47-C987-AC9F-2BBBF965423C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9651893" y="3013349"/>
            <a:ext cx="4160520" cy="919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9115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914401"/>
            <a:ext cx="3992880" cy="2514599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00600" y="914400"/>
            <a:ext cx="6957460" cy="49406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9077" y="6126480"/>
            <a:ext cx="2403583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8A344-177D-9B4D-B4B5-DB629B3B0E97}" type="datetime1">
              <a:rPr lang="en-US" smtClean="0"/>
              <a:t>5/13/2026</a:t>
            </a:fld>
            <a:endParaRPr lang="en-US"/>
          </a:p>
        </p:txBody>
      </p:sp>
      <p:pic>
        <p:nvPicPr>
          <p:cNvPr id="7" name="Picture 6" descr="A blue leaf on a black background&#10;&#10;AI-generated content may be incorrect.">
            <a:extLst>
              <a:ext uri="{FF2B5EF4-FFF2-40B4-BE49-F238E27FC236}">
                <a16:creationId xmlns:a16="http://schemas.microsoft.com/office/drawing/2014/main" id="{415D9329-8404-8FB6-440F-E9849300BAE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2307"/>
          <a:stretch>
            <a:fillRect/>
          </a:stretch>
        </p:blipFill>
        <p:spPr>
          <a:xfrm rot="16200000">
            <a:off x="2766204" y="5165090"/>
            <a:ext cx="2052320" cy="1333500"/>
          </a:xfrm>
          <a:prstGeom prst="rect">
            <a:avLst/>
          </a:prstGeom>
        </p:spPr>
      </p:pic>
      <p:pic>
        <p:nvPicPr>
          <p:cNvPr id="10" name="Picture 9" descr="A blue leaf on a black background&#10;&#10;AI-generated content may be incorrect.">
            <a:extLst>
              <a:ext uri="{FF2B5EF4-FFF2-40B4-BE49-F238E27FC236}">
                <a16:creationId xmlns:a16="http://schemas.microsoft.com/office/drawing/2014/main" id="{583DC239-1B91-3F75-7E85-D0A752FB0046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3595299">
            <a:off x="1217794" y="4109349"/>
            <a:ext cx="2058669" cy="1039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99132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lemons on a branch with leaves&#10;&#10;AI-generated content may be incorrect.">
            <a:extLst>
              <a:ext uri="{FF2B5EF4-FFF2-40B4-BE49-F238E27FC236}">
                <a16:creationId xmlns:a16="http://schemas.microsoft.com/office/drawing/2014/main" id="{292A7410-B2FC-D132-8D8C-4AF1B507056A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466" t="289" r="43489" b="8672"/>
          <a:stretch>
            <a:fillRect/>
          </a:stretch>
        </p:blipFill>
        <p:spPr>
          <a:xfrm>
            <a:off x="8120743" y="0"/>
            <a:ext cx="4071257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7315200" cy="1097280"/>
          </a:xfrm>
        </p:spPr>
        <p:txBody>
          <a:bodyPr anchor="b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199" y="1828800"/>
            <a:ext cx="7315199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99251" y="6126480"/>
            <a:ext cx="2073147" cy="365125"/>
          </a:xfrm>
        </p:spPr>
        <p:txBody>
          <a:bodyPr/>
          <a:lstStyle/>
          <a:p>
            <a:fld id="{5A7A0291-FBD7-2345-9C81-5FC586A6DB9E}" type="datetime1">
              <a:rPr lang="en-US" smtClean="0"/>
              <a:t>5/13/2026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93070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707549"/>
            <a:ext cx="3349754" cy="2721451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48200" y="708184"/>
            <a:ext cx="6928103" cy="55148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D6C8C-4A02-004B-93D7-C0DBD4026299}" type="datetime1">
              <a:rPr lang="en-US" smtClean="0"/>
              <a:t>5/13/2026</a:t>
            </a:fld>
            <a:endParaRPr lang="en-US"/>
          </a:p>
        </p:txBody>
      </p:sp>
      <p:pic>
        <p:nvPicPr>
          <p:cNvPr id="7" name="Picture 6" descr="Blue leaves on a black background&#10;&#10;AI-generated content may be incorrect.">
            <a:extLst>
              <a:ext uri="{FF2B5EF4-FFF2-40B4-BE49-F238E27FC236}">
                <a16:creationId xmlns:a16="http://schemas.microsoft.com/office/drawing/2014/main" id="{DE136570-804C-5DD0-226A-419BDFE89683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804153"/>
            <a:ext cx="1917700" cy="134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254794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BDBE0D0-60D9-A8DD-819A-4EC6098596AA}"/>
              </a:ext>
            </a:extLst>
          </p:cNvPr>
          <p:cNvSpPr/>
          <p:nvPr/>
        </p:nvSpPr>
        <p:spPr>
          <a:xfrm>
            <a:off x="0" y="-1"/>
            <a:ext cx="813816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6A90C2D-E9F9-B5AC-3789-289AA8EFB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6327" y="642192"/>
            <a:ext cx="3172968" cy="2139696"/>
          </a:xfrm>
        </p:spPr>
        <p:txBody>
          <a:bodyPr anchor="b" anchorCtr="0">
            <a:no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457200" y="457200"/>
            <a:ext cx="7216147" cy="59436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566327" y="3011335"/>
            <a:ext cx="3162530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06C8A42-D773-E384-D003-FF92C7D3D7C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573862" y="6126480"/>
            <a:ext cx="365760" cy="365125"/>
          </a:xfrm>
        </p:spPr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662C323-6B9B-80DF-EF74-D99250EE920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971459" y="6126480"/>
            <a:ext cx="1934123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DB6DB1-F652-6E69-77F4-F055AD2AF6F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792496" y="6126480"/>
            <a:ext cx="965564" cy="365125"/>
          </a:xfrm>
        </p:spPr>
        <p:txBody>
          <a:bodyPr/>
          <a:lstStyle/>
          <a:p>
            <a:fld id="{954F3EE5-5A62-1142-B29B-2D79B0DFBB49}" type="datetime1">
              <a:rPr lang="en-US" smtClean="0"/>
              <a:t>5/13/2026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7605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8F29CE5-A8CD-ED9A-7F5A-693443689EAB}"/>
              </a:ext>
            </a:extLst>
          </p:cNvPr>
          <p:cNvSpPr/>
          <p:nvPr/>
        </p:nvSpPr>
        <p:spPr>
          <a:xfrm>
            <a:off x="4145280" y="-1"/>
            <a:ext cx="804672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2F1C8EF-0052-4E1D-ADC9-E3E4FD32E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755" y="642192"/>
            <a:ext cx="3274169" cy="2139696"/>
          </a:xfrm>
        </p:spPr>
        <p:txBody>
          <a:bodyPr anchor="b" anchorCtr="0">
            <a:no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199" y="3011335"/>
            <a:ext cx="3274169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133EBD6B-DFDB-0D0B-252B-324DA354BF4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97FC8F1-C8AE-5332-F165-13ED9003CB9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09077" y="6126480"/>
            <a:ext cx="1895486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CDB703-6F6B-3A91-C03F-5AA8FECF96D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704563" y="6126480"/>
            <a:ext cx="1033988" cy="365125"/>
          </a:xfrm>
        </p:spPr>
        <p:txBody>
          <a:bodyPr/>
          <a:lstStyle/>
          <a:p>
            <a:fld id="{72C7549D-B911-DC4D-9096-0244F27A5122}" type="datetime1">
              <a:rPr lang="en-US" smtClean="0"/>
              <a:t>5/13/2026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4572000" y="457200"/>
            <a:ext cx="7216147" cy="59436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60626651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13AE976-70C1-E011-D1BD-A186B254606F}"/>
              </a:ext>
            </a:extLst>
          </p:cNvPr>
          <p:cNvSpPr/>
          <p:nvPr/>
        </p:nvSpPr>
        <p:spPr>
          <a:xfrm>
            <a:off x="0" y="-1"/>
            <a:ext cx="12192000" cy="420624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90688BC7-C8A7-1B9D-DD5A-CC721C820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663440"/>
            <a:ext cx="4206240" cy="1124712"/>
          </a:xfrm>
        </p:spPr>
        <p:txBody>
          <a:bodyPr anchor="t" anchorCtr="0">
            <a:no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7200" y="457200"/>
            <a:ext cx="11274552" cy="3261360"/>
          </a:xfrm>
          <a:blipFill dpi="0" rotWithShape="1">
            <a:blip r:embed="rId2">
              <a:alphaModFix amt="60000"/>
            </a:blip>
            <a:srcRect/>
            <a:stretch>
              <a:fillRect t="1" b="-896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56009" y="4663440"/>
            <a:ext cx="6426391" cy="124157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099B38A-E62D-AD07-98E2-F076BBB6906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3C33DF7-70E3-8959-4BBB-88BA646FC8A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4C6559B-3088-D543-8627-C631D5D845A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FE3B3F6E-3994-0241-BCBC-BC1EBD257F6E}" type="datetime1">
              <a:rPr lang="en-US" smtClean="0"/>
              <a:t>5/13/2026</a:t>
            </a:fld>
            <a:endParaRPr lang="en-US"/>
          </a:p>
        </p:txBody>
      </p:sp>
      <p:pic>
        <p:nvPicPr>
          <p:cNvPr id="3" name="Picture 2" descr="A blue leaf on a black background&#10;&#10;AI-generated content may be incorrect.">
            <a:extLst>
              <a:ext uri="{FF2B5EF4-FFF2-40B4-BE49-F238E27FC236}">
                <a16:creationId xmlns:a16="http://schemas.microsoft.com/office/drawing/2014/main" id="{B68BD559-5C7D-BCAB-EDFF-9A833E2B5876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flipH="1" flipV="1">
            <a:off x="6400800" y="6144768"/>
            <a:ext cx="2330721" cy="717107"/>
          </a:xfrm>
          <a:prstGeom prst="rect">
            <a:avLst/>
          </a:prstGeom>
        </p:spPr>
      </p:pic>
      <p:pic>
        <p:nvPicPr>
          <p:cNvPr id="5" name="Picture 4" descr="A blue leaf on a black background&#10;&#10;AI-generated content may be incorrect.">
            <a:extLst>
              <a:ext uri="{FF2B5EF4-FFF2-40B4-BE49-F238E27FC236}">
                <a16:creationId xmlns:a16="http://schemas.microsoft.com/office/drawing/2014/main" id="{351BF7C7-47D5-CE17-B30C-3114D6A147B5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148" b="-8356"/>
          <a:stretch>
            <a:fillRect/>
          </a:stretch>
        </p:blipFill>
        <p:spPr>
          <a:xfrm rot="16200000" flipV="1">
            <a:off x="3316541" y="5909308"/>
            <a:ext cx="609599" cy="1287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459880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1F14464-19AB-7D13-BD0E-2F857D32DD8F}"/>
              </a:ext>
            </a:extLst>
          </p:cNvPr>
          <p:cNvSpPr/>
          <p:nvPr/>
        </p:nvSpPr>
        <p:spPr>
          <a:xfrm>
            <a:off x="0" y="-1"/>
            <a:ext cx="749808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ACE19939-7641-D440-ED1C-43937E2E50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168" y="457200"/>
            <a:ext cx="3895344" cy="1664208"/>
          </a:xfrm>
        </p:spPr>
        <p:txBody>
          <a:bodyPr anchor="b" anchorCtr="0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457200" y="457200"/>
            <a:ext cx="6572925" cy="59436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863168" y="2315569"/>
            <a:ext cx="3894892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E9D974-688E-6389-B676-3716A5DCE50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874608" y="6126480"/>
            <a:ext cx="365760" cy="365125"/>
          </a:xfrm>
        </p:spPr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611A75-2855-5D82-EF5E-AC8CBFD270F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272204" y="6126480"/>
            <a:ext cx="2194560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AB728D-FE97-BBB3-3103-FB1096F0417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444766" y="6126480"/>
            <a:ext cx="1313294" cy="365125"/>
          </a:xfrm>
        </p:spPr>
        <p:txBody>
          <a:bodyPr/>
          <a:lstStyle/>
          <a:p>
            <a:fld id="{CEBAFC1B-AD29-C14A-91E0-0745420D0140}" type="datetime1">
              <a:rPr lang="en-US" smtClean="0"/>
              <a:t>5/13/2026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30972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0497F40-707E-796F-73DC-2241DB51A1A9}"/>
              </a:ext>
            </a:extLst>
          </p:cNvPr>
          <p:cNvSpPr/>
          <p:nvPr/>
        </p:nvSpPr>
        <p:spPr>
          <a:xfrm>
            <a:off x="4693920" y="-1"/>
            <a:ext cx="749808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87A1B64-CA7C-74CC-8184-E144FC103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3840480" cy="1664208"/>
          </a:xfrm>
        </p:spPr>
        <p:txBody>
          <a:bodyPr anchor="b" anchorCtr="0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199" y="2315569"/>
            <a:ext cx="3840480" cy="3657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ACCC24-AAEE-1EBE-5C8A-D731F7EDF25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DC2662-2578-560F-F095-F1A11F44A08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09077" y="6126480"/>
            <a:ext cx="2377440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CE15DD-1F7C-8AB3-8EFB-E573908E03A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3218354" y="6126480"/>
            <a:ext cx="1079325" cy="365125"/>
          </a:xfrm>
        </p:spPr>
        <p:txBody>
          <a:bodyPr/>
          <a:lstStyle/>
          <a:p>
            <a:fld id="{BCA30940-2954-AA4F-9BFF-1013B5D668D8}" type="datetime1">
              <a:rPr lang="en-US" smtClean="0"/>
              <a:t>5/13/2026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5156498" y="457200"/>
            <a:ext cx="6572925" cy="59436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51317654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CF65BFA-D1C6-FAD3-7B5D-029C855B189E}"/>
              </a:ext>
            </a:extLst>
          </p:cNvPr>
          <p:cNvSpPr/>
          <p:nvPr/>
        </p:nvSpPr>
        <p:spPr>
          <a:xfrm>
            <a:off x="0" y="-1"/>
            <a:ext cx="653796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0400" y="499533"/>
            <a:ext cx="4754880" cy="1328932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457200" y="457200"/>
            <a:ext cx="5626608" cy="59436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010400" y="1975104"/>
            <a:ext cx="4754880" cy="3931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8BE5B76-563B-3E92-FB3E-1D2C9717E8B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10400" y="6126480"/>
            <a:ext cx="365760" cy="365125"/>
          </a:xfrm>
        </p:spPr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D520868-4C6A-1C68-6ECA-7B1457F096A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7407996" y="6126480"/>
            <a:ext cx="2834640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3F3A40-40CC-8BCE-4C26-6B49E64D60B8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290220" y="6126480"/>
            <a:ext cx="1467840" cy="365125"/>
          </a:xfrm>
        </p:spPr>
        <p:txBody>
          <a:bodyPr/>
          <a:lstStyle/>
          <a:p>
            <a:fld id="{5A0B49E7-1C5B-AD4A-B8C0-4550FE0A0235}" type="datetime1">
              <a:rPr lang="en-US" smtClean="0"/>
              <a:t>5/13/2026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70343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298AE30-B0EC-6508-4AB4-7253892A47C9}"/>
              </a:ext>
            </a:extLst>
          </p:cNvPr>
          <p:cNvSpPr/>
          <p:nvPr/>
        </p:nvSpPr>
        <p:spPr>
          <a:xfrm>
            <a:off x="5516880" y="-1"/>
            <a:ext cx="667512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457200"/>
            <a:ext cx="4593619" cy="1288169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1" y="1920240"/>
            <a:ext cx="459349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9F9C4D3-7A66-D54C-679E-5F2210D54F3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92DF43-22E2-E52D-1677-E2ECB5B988C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09077" y="6126480"/>
            <a:ext cx="3200400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BCC0E3-6C08-1723-74E8-C1EF05EFFE0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041314" y="6126480"/>
            <a:ext cx="1009377" cy="365125"/>
          </a:xfrm>
        </p:spPr>
        <p:txBody>
          <a:bodyPr/>
          <a:lstStyle/>
          <a:p>
            <a:fld id="{948C343A-B82F-4143-9348-1F135B2BF1BF}" type="datetime1">
              <a:rPr lang="en-US" smtClean="0"/>
              <a:t>5/13/2026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6035040" y="457200"/>
            <a:ext cx="5661996" cy="59436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3521459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4E9926E-1454-088A-DAEE-81D8FCE1A622}"/>
              </a:ext>
            </a:extLst>
          </p:cNvPr>
          <p:cNvSpPr/>
          <p:nvPr/>
        </p:nvSpPr>
        <p:spPr>
          <a:xfrm>
            <a:off x="0" y="-1"/>
            <a:ext cx="12192000" cy="342900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880757"/>
            <a:ext cx="3044954" cy="2011680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83508" y="457200"/>
            <a:ext cx="11274552" cy="2528633"/>
          </a:xfrm>
          <a:blipFill dpi="0" rotWithShape="1">
            <a:blip r:embed="rId2">
              <a:alphaModFix amt="60000"/>
            </a:blip>
            <a:srcRect/>
            <a:stretch>
              <a:fillRect t="1" r="-233" b="-1750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79669" y="3880758"/>
            <a:ext cx="7900851" cy="201168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2A1C8-408E-D74D-B08B-E4740ED27994}" type="datetime1">
              <a:rPr lang="en-US" smtClean="0"/>
              <a:t>5/13/2026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62177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05840"/>
            <a:ext cx="3021873" cy="1297637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1AA3CE2-FA19-A0C1-5803-D6CB70AE52C4}"/>
              </a:ext>
            </a:extLst>
          </p:cNvPr>
          <p:cNvSpPr/>
          <p:nvPr/>
        </p:nvSpPr>
        <p:spPr>
          <a:xfrm>
            <a:off x="0" y="3636524"/>
            <a:ext cx="12192000" cy="322147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C6F2C2E6-D9FF-7960-30D4-3996CAF0E7A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411480" y="274320"/>
            <a:ext cx="365760" cy="365125"/>
          </a:xfrm>
        </p:spPr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E16CECD4-053E-15EE-496E-9BA230A307A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09077" y="274320"/>
            <a:ext cx="3724286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C77D76-068A-6817-DE61-41E5920B1A5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839459" y="274320"/>
            <a:ext cx="1918601" cy="365125"/>
          </a:xfrm>
        </p:spPr>
        <p:txBody>
          <a:bodyPr/>
          <a:lstStyle/>
          <a:p>
            <a:fld id="{74C1E1D0-99FC-0441-BDC2-0A5DDB99B607}" type="datetime1">
              <a:rPr lang="en-US" smtClean="0"/>
              <a:t>5/13/2026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53543" y="1005840"/>
            <a:ext cx="7904517" cy="21945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DB92F6E-55FC-C88B-734D-26D3B9923E6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84004" y="4128448"/>
            <a:ext cx="11274056" cy="2285305"/>
          </a:xfrm>
          <a:custGeom>
            <a:avLst/>
            <a:gdLst>
              <a:gd name="connsiteX0" fmla="*/ 0 w 12192000"/>
              <a:gd name="connsiteY0" fmla="*/ 0 h 3221477"/>
              <a:gd name="connsiteX1" fmla="*/ 12192000 w 12192000"/>
              <a:gd name="connsiteY1" fmla="*/ 0 h 3221477"/>
              <a:gd name="connsiteX2" fmla="*/ 12192000 w 12192000"/>
              <a:gd name="connsiteY2" fmla="*/ 3221477 h 3221477"/>
              <a:gd name="connsiteX3" fmla="*/ 0 w 12192000"/>
              <a:gd name="connsiteY3" fmla="*/ 3221477 h 3221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3221477">
                <a:moveTo>
                  <a:pt x="0" y="0"/>
                </a:moveTo>
                <a:lnTo>
                  <a:pt x="12192000" y="0"/>
                </a:lnTo>
                <a:lnTo>
                  <a:pt x="12192000" y="3221477"/>
                </a:lnTo>
                <a:lnTo>
                  <a:pt x="0" y="3221477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 l="2" t="227" r="-270" b="-952"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65830040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0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A049D46-A039-8FE9-795E-B9A09588FB81}"/>
              </a:ext>
            </a:extLst>
          </p:cNvPr>
          <p:cNvSpPr/>
          <p:nvPr/>
        </p:nvSpPr>
        <p:spPr>
          <a:xfrm>
            <a:off x="0" y="-1"/>
            <a:ext cx="4886325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1751" y="514175"/>
            <a:ext cx="6400800" cy="1315029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0F6718FE-EF5C-5023-A98D-91BFEF2C0337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457200" y="457200"/>
            <a:ext cx="3952393" cy="5943600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3108" y="1978488"/>
            <a:ext cx="6400800" cy="3931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E3CD20-9BC1-4411-A4E2-3B37C24049B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312105" y="6126480"/>
            <a:ext cx="365760" cy="365125"/>
          </a:xfrm>
        </p:spPr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45AD34-905D-5BB9-666C-2F8C95D63BE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709702" y="6126480"/>
            <a:ext cx="3975211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84FBA4-81B9-2387-9280-85A1A169CC2D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4D2F5157-4209-D142-B123-F174FB18FA7D}" type="datetime1">
              <a:rPr lang="en-US" smtClean="0"/>
              <a:t>5/13/2026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76170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3B5BA68-BEB6-20D9-ED99-49AE2037C723}"/>
              </a:ext>
            </a:extLst>
          </p:cNvPr>
          <p:cNvSpPr/>
          <p:nvPr/>
        </p:nvSpPr>
        <p:spPr>
          <a:xfrm>
            <a:off x="7305675" y="-1"/>
            <a:ext cx="4886325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6428962" cy="1143000"/>
          </a:xfrm>
        </p:spPr>
        <p:txBody>
          <a:bodyPr anchor="b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199" y="1737360"/>
            <a:ext cx="6428963" cy="4228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A48AAF-8DE6-EAE0-C3BC-3EF1475AC6C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512C07-7A5F-BEB6-7A29-9DAB0CF47A6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EBBFD0-0424-7C4B-20AF-00D4497D7F3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539443" y="6126480"/>
            <a:ext cx="2346720" cy="365125"/>
          </a:xfrm>
        </p:spPr>
        <p:txBody>
          <a:bodyPr/>
          <a:lstStyle/>
          <a:p>
            <a:fld id="{D4039460-34D4-104F-A87D-31820CDD6266}" type="datetime1">
              <a:rPr lang="en-US" smtClean="0"/>
              <a:t>5/13/2026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7769731" y="457200"/>
            <a:ext cx="3958213" cy="59436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17642400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552" cy="932688"/>
          </a:xfrm>
        </p:spPr>
        <p:txBody>
          <a:bodyPr anchor="t" anchorCtr="0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1480" y="1737360"/>
            <a:ext cx="4812154" cy="4206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6BFCA8-9BD5-0D66-6653-7B45B382C4F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A02138-E28D-3ED2-F911-171BA61DEEF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09077" y="6126480"/>
            <a:ext cx="3108960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315DE3-263F-5B56-80FE-04252DA7AFC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3949874" y="6126480"/>
            <a:ext cx="1273760" cy="365125"/>
          </a:xfrm>
        </p:spPr>
        <p:txBody>
          <a:bodyPr/>
          <a:lstStyle/>
          <a:p>
            <a:fld id="{1134199F-B77C-624E-8596-34C330D06B24}" type="datetime1">
              <a:rPr lang="en-US" smtClean="0"/>
              <a:t>5/13/2026</a:t>
            </a:fld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5658927" y="1737360"/>
            <a:ext cx="6533071" cy="5120640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 t="-463"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None/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31512996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457200"/>
            <a:ext cx="6589777" cy="932688"/>
          </a:xfrm>
        </p:spPr>
        <p:txBody>
          <a:bodyPr anchor="t" anchorCtr="0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0" y="1737360"/>
            <a:ext cx="4929188" cy="42076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71A5194B-746E-D0FD-A7D1-71D10560BCC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89759" y="1737360"/>
            <a:ext cx="5741992" cy="4207696"/>
          </a:xfrm>
          <a:custGeom>
            <a:avLst/>
            <a:gdLst>
              <a:gd name="connsiteX0" fmla="*/ 0 w 5560101"/>
              <a:gd name="connsiteY0" fmla="*/ 0 h 4074407"/>
              <a:gd name="connsiteX1" fmla="*/ 5560101 w 5560101"/>
              <a:gd name="connsiteY1" fmla="*/ 0 h 4074407"/>
              <a:gd name="connsiteX2" fmla="*/ 5560101 w 5560101"/>
              <a:gd name="connsiteY2" fmla="*/ 4074407 h 4074407"/>
              <a:gd name="connsiteX3" fmla="*/ 0 w 5560101"/>
              <a:gd name="connsiteY3" fmla="*/ 4074407 h 4074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60101" h="4074407">
                <a:moveTo>
                  <a:pt x="0" y="0"/>
                </a:moveTo>
                <a:lnTo>
                  <a:pt x="5560101" y="0"/>
                </a:lnTo>
                <a:lnTo>
                  <a:pt x="5560101" y="4074407"/>
                </a:lnTo>
                <a:lnTo>
                  <a:pt x="0" y="4074407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None/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A9E5AF-145E-4F1A-BB20-9409893575A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838992-9744-9F81-E393-2C3F1988DB6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D553C8-D720-0A9C-1422-FB597AA90E6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46D95950-DF64-8142-88A4-F8F59685720D}" type="datetime1">
              <a:rPr lang="en-US" smtClean="0"/>
              <a:t>5/13/2026</a:t>
            </a:fld>
            <a:endParaRPr lang="en-US"/>
          </a:p>
        </p:txBody>
      </p:sp>
      <p:pic>
        <p:nvPicPr>
          <p:cNvPr id="9" name="Picture 8" descr="A blue and black image of two birds&#10;&#10;AI-generated content may be incorrect.">
            <a:extLst>
              <a:ext uri="{FF2B5EF4-FFF2-40B4-BE49-F238E27FC236}">
                <a16:creationId xmlns:a16="http://schemas.microsoft.com/office/drawing/2014/main" id="{515AFBE3-40C6-81D7-9428-700F64A385D9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00544" y="-10989"/>
            <a:ext cx="4160520" cy="919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800341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457200"/>
            <a:ext cx="9857233" cy="932688"/>
          </a:xfrm>
        </p:spPr>
        <p:txBody>
          <a:bodyPr anchor="t" anchorCtr="0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737361"/>
            <a:ext cx="6533071" cy="5120640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 b="-463"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None/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03255" y="1737360"/>
            <a:ext cx="4663440" cy="42976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4937D0-8E8C-36F0-C09F-3935C5F5A18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98034" y="6126480"/>
            <a:ext cx="365760" cy="365125"/>
          </a:xfrm>
        </p:spPr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8A5FE1-47F3-1838-9838-5F3981F5C02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7495631" y="6126480"/>
            <a:ext cx="2818801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FADA45-5086-049B-5151-875044D0EB2B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314432" y="6126480"/>
            <a:ext cx="1443628" cy="365125"/>
          </a:xfrm>
        </p:spPr>
        <p:txBody>
          <a:bodyPr/>
          <a:lstStyle/>
          <a:p>
            <a:fld id="{05030E4E-627B-D64F-876E-5B4D0895463B}" type="datetime1">
              <a:rPr lang="en-US" smtClean="0"/>
              <a:t>5/13/2026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34749E5-FB47-A780-BB70-15427C5C9C79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46924" r="48863"/>
          <a:stretch>
            <a:fillRect/>
          </a:stretch>
        </p:blipFill>
        <p:spPr>
          <a:xfrm>
            <a:off x="10841171" y="-1694"/>
            <a:ext cx="1350829" cy="707766"/>
          </a:xfrm>
          <a:prstGeom prst="rect">
            <a:avLst/>
          </a:prstGeom>
        </p:spPr>
      </p:pic>
      <p:pic>
        <p:nvPicPr>
          <p:cNvPr id="7" name="Picture 6" descr="A blue leaf on a black background&#10;&#10;AI-generated content may be incorrect.">
            <a:extLst>
              <a:ext uri="{FF2B5EF4-FFF2-40B4-BE49-F238E27FC236}">
                <a16:creationId xmlns:a16="http://schemas.microsoft.com/office/drawing/2014/main" id="{CC4A5946-E946-3908-F594-36D825BAA616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6753" b="-3752"/>
          <a:stretch>
            <a:fillRect/>
          </a:stretch>
        </p:blipFill>
        <p:spPr>
          <a:xfrm rot="16200000" flipH="1">
            <a:off x="10305612" y="-161869"/>
            <a:ext cx="611235" cy="934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90147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6976" y="457200"/>
            <a:ext cx="7315200" cy="1005840"/>
          </a:xfrm>
        </p:spPr>
        <p:txBody>
          <a:bodyPr anchor="b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02336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06976" y="1554480"/>
            <a:ext cx="7315200" cy="4480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8CCFB6-66BF-D5A2-4EF3-833708DF04F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4506976" y="6126480"/>
            <a:ext cx="365760" cy="365125"/>
          </a:xfrm>
        </p:spPr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ABAED9-FD69-CDB3-CE31-233F9E999A5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904572" y="6126480"/>
            <a:ext cx="3657600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8C4576-1D70-8D69-935F-F5841843BF28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3EB7EF76-FB1E-EA44-B271-29D75F3FBB25}" type="datetime1">
              <a:rPr lang="en-US" smtClean="0"/>
              <a:t>5/13/2026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95269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7315200" cy="914400"/>
          </a:xfrm>
        </p:spPr>
        <p:txBody>
          <a:bodyPr anchor="b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0" y="1554480"/>
            <a:ext cx="7315200" cy="4480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5D31AD-BC5C-0681-77D2-AA2DD3FACC0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7CFFF4-D46A-BAF9-7B12-CCCCD9D4B9E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F3D3FC-835B-4DD5-6FB4-1C61B80E1E7E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782614" y="6126480"/>
            <a:ext cx="1989786" cy="365125"/>
          </a:xfrm>
        </p:spPr>
        <p:txBody>
          <a:bodyPr/>
          <a:lstStyle/>
          <a:p>
            <a:fld id="{45042452-74AC-7E41-8CDA-7073C00E876C}" type="datetime1">
              <a:rPr lang="en-US" smtClean="0"/>
              <a:t>5/13/2026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74182" y="0"/>
            <a:ext cx="4017817" cy="6858000"/>
          </a:xfrm>
          <a:blipFill dpi="0" rotWithShape="1">
            <a:blip r:embed="rId2">
              <a:alphaModFix amt="60000"/>
            </a:blip>
            <a:srcRect/>
            <a:stretch>
              <a:fillRect l="-2052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63979480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4564763" cy="1269482"/>
          </a:xfrm>
        </p:spPr>
        <p:txBody>
          <a:bodyPr anchor="t">
            <a:no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7200" y="1968816"/>
            <a:ext cx="4564763" cy="3963682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00688" y="457200"/>
            <a:ext cx="6217920" cy="54752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D6359-BBC3-9E40-B171-C99E9F4933E9}" type="datetime1">
              <a:rPr lang="en-US" smtClean="0"/>
              <a:t>5/13/2026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14897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57200"/>
            <a:ext cx="3540760" cy="1316347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7200" y="2089842"/>
            <a:ext cx="3540760" cy="385375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59" y="457200"/>
            <a:ext cx="7254239" cy="5669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BEBE4-268E-1643-A712-CC93702C9C05}" type="datetime1">
              <a:rPr lang="en-US" smtClean="0"/>
              <a:t>5/13/2026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10221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199" y="4893733"/>
            <a:ext cx="9762068" cy="1059806"/>
          </a:xfr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defRPr sz="2000" b="0" i="0" spc="100" baseline="0">
                <a:solidFill>
                  <a:schemeClr val="tx1"/>
                </a:solidFill>
                <a:latin typeface="+mn-lt"/>
                <a:ea typeface="Source Sans Pro Light" panose="020B0403030403020204" pitchFamily="34" charset="0"/>
                <a:cs typeface="Cordia New" panose="020B0304020202020204" pitchFamily="34" charset="-34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031070" y="457200"/>
            <a:ext cx="8129861" cy="4536141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7000" b="0">
                <a:solidFill>
                  <a:schemeClr val="tx1"/>
                </a:solidFill>
                <a:latin typeface="+mj-lt"/>
                <a:cs typeface="Urdu Typesetting" panose="03020402040406030203" pitchFamily="66" charset="-78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7E66D84-D695-C745-96DB-748C5AC7D514}" type="datetime1">
              <a:rPr lang="en-US" smtClean="0"/>
              <a:t>5/13/2026</a:t>
            </a:fld>
            <a:endParaRPr lang="en-US"/>
          </a:p>
        </p:txBody>
      </p:sp>
      <p:pic>
        <p:nvPicPr>
          <p:cNvPr id="8" name="Picture 7" descr="Blue leaves on a black background&#10;&#10;AI-generated content may be incorrect.">
            <a:extLst>
              <a:ext uri="{FF2B5EF4-FFF2-40B4-BE49-F238E27FC236}">
                <a16:creationId xmlns:a16="http://schemas.microsoft.com/office/drawing/2014/main" id="{7937E1ED-1028-57A9-8653-199F587CAA1F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2560320"/>
            <a:ext cx="1917700" cy="134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480568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6152" y="4892040"/>
            <a:ext cx="9762068" cy="1060704"/>
          </a:xfr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defRPr sz="2000" b="0" i="0" spc="100" baseline="0">
                <a:solidFill>
                  <a:schemeClr val="tx2"/>
                </a:solidFill>
                <a:latin typeface="+mn-lt"/>
                <a:ea typeface="Source Sans Pro Light" panose="020B0403030403020204" pitchFamily="34" charset="0"/>
                <a:cs typeface="Cordia New" panose="020B0304020202020204" pitchFamily="34" charset="-34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438400" y="457200"/>
            <a:ext cx="7315200" cy="4535424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7000" b="0">
                <a:solidFill>
                  <a:schemeClr val="tx2"/>
                </a:solidFill>
                <a:latin typeface="+mj-lt"/>
                <a:cs typeface="Urdu Typesetting" panose="03020402040406030203" pitchFamily="66" charset="-78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>
              <a:solidFill>
                <a:schemeClr val="tx2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>
              <a:solidFill>
                <a:schemeClr val="tx2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B814E37-7324-6845-87AB-412490586DE2}" type="datetime1">
              <a:rPr lang="en-US" smtClean="0">
                <a:solidFill>
                  <a:schemeClr val="tx2"/>
                </a:solidFill>
              </a:rPr>
              <a:t>5/13/2026</a:t>
            </a:fld>
            <a:endParaRPr lang="en-US">
              <a:solidFill>
                <a:schemeClr val="tx2"/>
              </a:solidFill>
            </a:endParaRPr>
          </a:p>
        </p:txBody>
      </p:sp>
      <p:pic>
        <p:nvPicPr>
          <p:cNvPr id="8" name="Picture 7" descr="Blue leaves on a black background&#10;&#10;AI-generated content may be incorrect.">
            <a:extLst>
              <a:ext uri="{FF2B5EF4-FFF2-40B4-BE49-F238E27FC236}">
                <a16:creationId xmlns:a16="http://schemas.microsoft.com/office/drawing/2014/main" id="{0880C214-5B6A-CB20-C2B7-43282B9B191F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2560320"/>
            <a:ext cx="1917700" cy="134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212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lue leaves in a circle&#10;&#10;AI-generated content may be incorrect.">
            <a:extLst>
              <a:ext uri="{FF2B5EF4-FFF2-40B4-BE49-F238E27FC236}">
                <a16:creationId xmlns:a16="http://schemas.microsoft.com/office/drawing/2014/main" id="{BF0F0DCE-304C-EF8B-B97E-382148327D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02847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2800" y="4397696"/>
            <a:ext cx="5486400" cy="1463040"/>
          </a:xfrm>
        </p:spPr>
        <p:txBody>
          <a:bodyPr anchor="t" anchorCtr="0">
            <a:normAutofit/>
          </a:bodyPr>
          <a:lstStyle>
            <a:lvl1pPr algn="ctr">
              <a:lnSpc>
                <a:spcPct val="110000"/>
              </a:lnSpc>
              <a:defRPr sz="1800" b="0" i="0" spc="100" baseline="0">
                <a:solidFill>
                  <a:schemeClr val="tx2"/>
                </a:solidFill>
                <a:latin typeface="+mn-lt"/>
                <a:ea typeface="Source Sans Pro Light" panose="020B0403030403020204" pitchFamily="34" charset="0"/>
                <a:cs typeface="Cordia New" panose="020B0304020202020204" pitchFamily="34" charset="-34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074069" y="1171579"/>
            <a:ext cx="8043862" cy="356616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5000" b="0">
                <a:solidFill>
                  <a:schemeClr val="tx2"/>
                </a:solidFill>
                <a:latin typeface="+mj-lt"/>
                <a:cs typeface="Urdu Typesetting" panose="03020402040406030203" pitchFamily="66" charset="-78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34258235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752600" y="365760"/>
            <a:ext cx="8686800" cy="5486400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ct val="80000"/>
              </a:lnSpc>
              <a:buNone/>
              <a:defRPr sz="6600" b="0" cap="all" baseline="0">
                <a:solidFill>
                  <a:schemeClr val="tx1"/>
                </a:solidFill>
                <a:latin typeface="+mj-lt"/>
                <a:cs typeface="Urdu Typesetting" panose="03020402040406030203" pitchFamily="66" charset="-78"/>
              </a:defRPr>
            </a:lvl1pPr>
            <a:lvl2pPr marL="228600" indent="0" algn="ctr">
              <a:lnSpc>
                <a:spcPct val="80000"/>
              </a:lnSpc>
              <a:buNone/>
              <a:defRPr sz="6000" b="0" cap="all" baseline="0">
                <a:solidFill>
                  <a:schemeClr val="tx1"/>
                </a:solidFill>
                <a:latin typeface="+mj-lt"/>
                <a:cs typeface="Urdu Typesetting" panose="03020402040406030203" pitchFamily="66" charset="-78"/>
              </a:defRPr>
            </a:lvl2pPr>
            <a:lvl3pPr marL="457200" indent="0" algn="ctr">
              <a:lnSpc>
                <a:spcPct val="80000"/>
              </a:lnSpc>
              <a:buNone/>
              <a:defRPr sz="5400" b="0" cap="all" baseline="0">
                <a:solidFill>
                  <a:schemeClr val="tx1"/>
                </a:solidFill>
                <a:latin typeface="+mj-lt"/>
                <a:cs typeface="Urdu Typesetting" panose="03020402040406030203" pitchFamily="66" charset="-78"/>
              </a:defRPr>
            </a:lvl3pPr>
            <a:lvl4pPr marL="685800" indent="0" algn="ctr">
              <a:lnSpc>
                <a:spcPct val="80000"/>
              </a:lnSpc>
              <a:buNone/>
              <a:defRPr sz="4800" b="0" cap="all" baseline="0">
                <a:solidFill>
                  <a:schemeClr val="tx1"/>
                </a:solidFill>
                <a:latin typeface="+mj-lt"/>
                <a:cs typeface="Urdu Typesetting" panose="03020402040406030203" pitchFamily="66" charset="-78"/>
              </a:defRPr>
            </a:lvl4pPr>
            <a:lvl5pPr marL="914400" indent="0" algn="ctr">
              <a:lnSpc>
                <a:spcPct val="80000"/>
              </a:lnSpc>
              <a:buNone/>
              <a:defRPr sz="4400" b="0" cap="all" baseline="0">
                <a:solidFill>
                  <a:schemeClr val="tx1"/>
                </a:solidFill>
                <a:latin typeface="+mj-lt"/>
                <a:cs typeface="Urdu Typesetting" panose="03020402040406030203" pitchFamily="66" charset="-78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944B1-A93B-F147-9A5A-D2620572B4B1}" type="datetime1">
              <a:rPr lang="en-US" smtClean="0"/>
              <a:t>5/13/2026</a:t>
            </a:fld>
            <a:endParaRPr lang="en-US"/>
          </a:p>
        </p:txBody>
      </p:sp>
      <p:pic>
        <p:nvPicPr>
          <p:cNvPr id="10" name="Picture 9" descr="A blue and black image of two birds&#10;&#10;AI-generated content may be incorrect.">
            <a:extLst>
              <a:ext uri="{FF2B5EF4-FFF2-40B4-BE49-F238E27FC236}">
                <a16:creationId xmlns:a16="http://schemas.microsoft.com/office/drawing/2014/main" id="{296154C5-7B40-49CB-E343-73980D8C709A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9654540" y="3003334"/>
            <a:ext cx="4160520" cy="914400"/>
          </a:xfrm>
          <a:prstGeom prst="rect">
            <a:avLst/>
          </a:prstGeom>
        </p:spPr>
      </p:pic>
      <p:pic>
        <p:nvPicPr>
          <p:cNvPr id="12" name="Picture 11" descr="A blue leafy plant&#10;&#10;AI-generated content may be incorrect.">
            <a:extLst>
              <a:ext uri="{FF2B5EF4-FFF2-40B4-BE49-F238E27FC236}">
                <a16:creationId xmlns:a16="http://schemas.microsoft.com/office/drawing/2014/main" id="{C5608801-CE38-1990-EC36-5F382F3AC339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7073"/>
          <a:stretch>
            <a:fillRect/>
          </a:stretch>
        </p:blipFill>
        <p:spPr>
          <a:xfrm>
            <a:off x="0" y="157646"/>
            <a:ext cx="1757091" cy="1460378"/>
          </a:xfrm>
          <a:prstGeom prst="rect">
            <a:avLst/>
          </a:prstGeom>
        </p:spPr>
      </p:pic>
      <p:pic>
        <p:nvPicPr>
          <p:cNvPr id="13" name="Picture 12" descr="A blue leaf on a black background&#10;&#10;AI-generated content may be incorrect.">
            <a:extLst>
              <a:ext uri="{FF2B5EF4-FFF2-40B4-BE49-F238E27FC236}">
                <a16:creationId xmlns:a16="http://schemas.microsoft.com/office/drawing/2014/main" id="{497485C4-99A6-761F-6BC9-2157F7BE1AB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rot="16200000" flipH="1">
            <a:off x="-1163538" y="2885078"/>
            <a:ext cx="3361254" cy="1034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18518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lue leaves on a black background&#10;&#10;AI-generated content may be incorrect.">
            <a:extLst>
              <a:ext uri="{FF2B5EF4-FFF2-40B4-BE49-F238E27FC236}">
                <a16:creationId xmlns:a16="http://schemas.microsoft.com/office/drawing/2014/main" id="{FF848890-CE01-9C1B-6EF2-542D922D1A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0" y="0"/>
            <a:ext cx="7031307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15024" y="1040528"/>
            <a:ext cx="5843035" cy="457200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80000"/>
              </a:lnSpc>
              <a:buNone/>
              <a:defRPr sz="4800" b="0" cap="all" baseline="0">
                <a:solidFill>
                  <a:schemeClr val="tx2"/>
                </a:solidFill>
                <a:latin typeface="+mj-lt"/>
                <a:cs typeface="Urdu Typesetting" panose="03020402040406030203" pitchFamily="66" charset="-78"/>
              </a:defRPr>
            </a:lvl1pPr>
            <a:lvl2pPr marL="228600" indent="0">
              <a:lnSpc>
                <a:spcPct val="80000"/>
              </a:lnSpc>
              <a:buNone/>
              <a:defRPr sz="4400" b="0" cap="all" baseline="0">
                <a:solidFill>
                  <a:schemeClr val="tx2"/>
                </a:solidFill>
                <a:latin typeface="+mj-lt"/>
                <a:cs typeface="Urdu Typesetting" panose="03020402040406030203" pitchFamily="66" charset="-78"/>
              </a:defRPr>
            </a:lvl2pPr>
            <a:lvl3pPr marL="457200" indent="0">
              <a:lnSpc>
                <a:spcPct val="80000"/>
              </a:lnSpc>
              <a:buNone/>
              <a:defRPr sz="4000" b="0" cap="all" baseline="0">
                <a:solidFill>
                  <a:schemeClr val="tx2"/>
                </a:solidFill>
                <a:latin typeface="+mj-lt"/>
                <a:cs typeface="Urdu Typesetting" panose="03020402040406030203" pitchFamily="66" charset="-78"/>
              </a:defRPr>
            </a:lvl3pPr>
            <a:lvl4pPr marL="685800" indent="0">
              <a:lnSpc>
                <a:spcPct val="80000"/>
              </a:lnSpc>
              <a:buNone/>
              <a:defRPr sz="3600" b="0" cap="all" baseline="0">
                <a:solidFill>
                  <a:schemeClr val="tx2"/>
                </a:solidFill>
                <a:latin typeface="+mj-lt"/>
                <a:cs typeface="Urdu Typesetting" panose="03020402040406030203" pitchFamily="66" charset="-78"/>
              </a:defRPr>
            </a:lvl4pPr>
            <a:lvl5pPr marL="914400" indent="0">
              <a:lnSpc>
                <a:spcPct val="80000"/>
              </a:lnSpc>
              <a:buNone/>
              <a:defRPr sz="3200" b="0" cap="all" baseline="0">
                <a:solidFill>
                  <a:schemeClr val="tx2"/>
                </a:solidFill>
                <a:latin typeface="+mj-lt"/>
                <a:cs typeface="Urdu Typesetting" panose="03020402040406030203" pitchFamily="66" charset="-78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061134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160B913-2D3E-D2F1-2DC5-E8D1EB38E455}"/>
              </a:ext>
            </a:extLst>
          </p:cNvPr>
          <p:cNvSpPr/>
          <p:nvPr/>
        </p:nvSpPr>
        <p:spPr>
          <a:xfrm>
            <a:off x="411480" y="408561"/>
            <a:ext cx="11346580" cy="547788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F6E1CB6-4A50-1364-430B-EF249B6D001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22960" y="1280160"/>
            <a:ext cx="10515600" cy="4114800"/>
          </a:xfrm>
        </p:spPr>
        <p:txBody>
          <a:bodyPr anchor="ctr">
            <a:noAutofit/>
          </a:bodyPr>
          <a:lstStyle>
            <a:lvl1pPr marL="0" indent="0">
              <a:lnSpc>
                <a:spcPct val="80000"/>
              </a:lnSpc>
              <a:buNone/>
              <a:defRPr sz="6600" b="0" cap="all" baseline="0">
                <a:solidFill>
                  <a:schemeClr val="tx1"/>
                </a:solidFill>
                <a:latin typeface="+mj-lt"/>
                <a:cs typeface="Urdu Typesetting" panose="03020402040406030203" pitchFamily="66" charset="-78"/>
              </a:defRPr>
            </a:lvl1pPr>
            <a:lvl2pPr marL="228600" indent="0">
              <a:lnSpc>
                <a:spcPct val="80000"/>
              </a:lnSpc>
              <a:buNone/>
              <a:defRPr sz="6600" b="0" cap="all" baseline="0">
                <a:solidFill>
                  <a:schemeClr val="tx1"/>
                </a:solidFill>
                <a:latin typeface="+mj-lt"/>
                <a:cs typeface="Urdu Typesetting" panose="03020402040406030203" pitchFamily="66" charset="-78"/>
              </a:defRPr>
            </a:lvl2pPr>
            <a:lvl3pPr marL="457200" indent="0">
              <a:lnSpc>
                <a:spcPct val="80000"/>
              </a:lnSpc>
              <a:buNone/>
              <a:defRPr sz="6600" b="0" cap="all" baseline="0">
                <a:solidFill>
                  <a:schemeClr val="tx1"/>
                </a:solidFill>
                <a:latin typeface="+mj-lt"/>
                <a:cs typeface="Urdu Typesetting" panose="03020402040406030203" pitchFamily="66" charset="-78"/>
              </a:defRPr>
            </a:lvl3pPr>
            <a:lvl4pPr marL="685800" indent="0">
              <a:lnSpc>
                <a:spcPct val="80000"/>
              </a:lnSpc>
              <a:buNone/>
              <a:defRPr sz="6600" b="0" cap="all" baseline="0">
                <a:solidFill>
                  <a:schemeClr val="tx1"/>
                </a:solidFill>
                <a:latin typeface="+mj-lt"/>
                <a:cs typeface="Urdu Typesetting" panose="03020402040406030203" pitchFamily="66" charset="-78"/>
              </a:defRPr>
            </a:lvl4pPr>
            <a:lvl5pPr marL="914400" indent="0">
              <a:lnSpc>
                <a:spcPct val="80000"/>
              </a:lnSpc>
              <a:buNone/>
              <a:defRPr sz="6600" b="0" cap="all" baseline="0">
                <a:solidFill>
                  <a:schemeClr val="tx1"/>
                </a:solidFill>
                <a:latin typeface="+mj-lt"/>
                <a:cs typeface="Urdu Typesetting" panose="03020402040406030203" pitchFamily="66" charset="-78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A1C0D-A5B5-3D43-825A-85FAF7F7BC22}" type="datetime1">
              <a:rPr lang="en-US" smtClean="0"/>
              <a:t>5/13/2026</a:t>
            </a:fld>
            <a:endParaRPr lang="en-US"/>
          </a:p>
        </p:txBody>
      </p:sp>
      <p:pic>
        <p:nvPicPr>
          <p:cNvPr id="9" name="Picture 8" descr="A blue and black image of two birds&#10;&#10;AI-generated content may be incorrect.">
            <a:extLst>
              <a:ext uri="{FF2B5EF4-FFF2-40B4-BE49-F238E27FC236}">
                <a16:creationId xmlns:a16="http://schemas.microsoft.com/office/drawing/2014/main" id="{1CCED1F3-3CEB-D840-3519-74AC605E8DC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4400" y="0"/>
            <a:ext cx="4160520" cy="919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12300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Blue leaves on a black background&#10;&#10;AI-generated content may be incorrect.">
            <a:extLst>
              <a:ext uri="{FF2B5EF4-FFF2-40B4-BE49-F238E27FC236}">
                <a16:creationId xmlns:a16="http://schemas.microsoft.com/office/drawing/2014/main" id="{D25D851B-A4D3-5C99-951A-68207FA268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0693" y="0"/>
            <a:ext cx="7031307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5195516"/>
            <a:ext cx="5760720" cy="640080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b="0" i="0" spc="100" baseline="0">
                <a:solidFill>
                  <a:schemeClr val="tx1"/>
                </a:solidFill>
                <a:latin typeface="+mn-lt"/>
                <a:ea typeface="Source Sans Pro Light" panose="020B0403030403020204" pitchFamily="34" charset="0"/>
                <a:cs typeface="Cordia New" panose="020B0304020202020204" pitchFamily="34" charset="-34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200" y="457200"/>
            <a:ext cx="5760720" cy="4579422"/>
          </a:xfrm>
        </p:spPr>
        <p:txBody>
          <a:bodyPr anchor="ctr" anchorCtr="0">
            <a:normAutofit/>
          </a:bodyPr>
          <a:lstStyle>
            <a:lvl1pPr marL="0" indent="-164592">
              <a:lnSpc>
                <a:spcPct val="80000"/>
              </a:lnSpc>
              <a:spcBef>
                <a:spcPts val="0"/>
              </a:spcBef>
              <a:buNone/>
              <a:defRPr sz="4400" cap="all" spc="0" baseline="0">
                <a:latin typeface="+mj-lt"/>
                <a:cs typeface="Urdu Typesetting" panose="03020402040406030203" pitchFamily="66" charset="-78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131796645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89600" y="4941517"/>
            <a:ext cx="5588000" cy="640080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b="0" i="0" spc="100" baseline="0">
                <a:solidFill>
                  <a:schemeClr val="tx1"/>
                </a:solidFill>
                <a:latin typeface="+mn-lt"/>
                <a:ea typeface="Source Sans Pro Light" panose="020B0403030403020204" pitchFamily="34" charset="0"/>
                <a:cs typeface="Cordia New" panose="020B0304020202020204" pitchFamily="34" charset="-34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689600" y="1049867"/>
            <a:ext cx="5588000" cy="3657597"/>
          </a:xfrm>
        </p:spPr>
        <p:txBody>
          <a:bodyPr anchor="ctr" anchorCtr="0">
            <a:normAutofit/>
          </a:bodyPr>
          <a:lstStyle>
            <a:lvl1pPr marL="0" indent="-164592">
              <a:lnSpc>
                <a:spcPct val="80000"/>
              </a:lnSpc>
              <a:spcBef>
                <a:spcPts val="0"/>
              </a:spcBef>
              <a:buNone/>
              <a:defRPr sz="4800" cap="all" spc="0" baseline="0">
                <a:latin typeface="+mj-lt"/>
                <a:cs typeface="Urdu Typesetting" panose="03020402040406030203" pitchFamily="66" charset="-78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2D73AE9-869B-7BF3-50A5-234196163F7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E3FEB0EA-071D-4499-B42D-F2B8EA05084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1B50E06B-939B-0AAF-0ECC-655004CFE61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77E73F5-CCA3-444E-8B15-361BEE3A4343}" type="datetime1">
              <a:rPr lang="en-US" smtClean="0"/>
              <a:t>5/13/2026</a:t>
            </a:fld>
            <a:endParaRPr lang="en-US"/>
          </a:p>
        </p:txBody>
      </p:sp>
      <p:pic>
        <p:nvPicPr>
          <p:cNvPr id="4" name="Picture 3" descr="A lemon on a branch&#10;&#10;AI-generated content may be incorrect.">
            <a:extLst>
              <a:ext uri="{FF2B5EF4-FFF2-40B4-BE49-F238E27FC236}">
                <a16:creationId xmlns:a16="http://schemas.microsoft.com/office/drawing/2014/main" id="{6C8943F9-BACC-FB6D-553E-E3ABEBDAF8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077" y="935877"/>
            <a:ext cx="4131220" cy="4645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843391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09800" y="4955722"/>
            <a:ext cx="7772400" cy="669472"/>
          </a:xfrm>
        </p:spPr>
        <p:txBody>
          <a:bodyPr anchor="ctr">
            <a:normAutofit/>
          </a:bodyPr>
          <a:lstStyle>
            <a:lvl1pPr algn="ctr">
              <a:lnSpc>
                <a:spcPct val="120000"/>
              </a:lnSpc>
              <a:defRPr sz="1800" b="0" i="0" spc="100" baseline="0">
                <a:solidFill>
                  <a:schemeClr val="tx2"/>
                </a:solidFill>
                <a:latin typeface="+mn-lt"/>
                <a:ea typeface="Source Sans Pro Light" panose="020B0403030403020204" pitchFamily="34" charset="0"/>
                <a:cs typeface="Cordia New" panose="020B0304020202020204" pitchFamily="34" charset="-34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209800" y="1344168"/>
            <a:ext cx="7772400" cy="3291840"/>
          </a:xfrm>
        </p:spPr>
        <p:txBody>
          <a:bodyPr anchor="ctr">
            <a:normAutofit/>
          </a:bodyPr>
          <a:lstStyle>
            <a:lvl1pPr marL="0" indent="-164592" algn="ctr">
              <a:lnSpc>
                <a:spcPct val="80000"/>
              </a:lnSpc>
              <a:spcBef>
                <a:spcPts val="0"/>
              </a:spcBef>
              <a:buNone/>
              <a:defRPr sz="4000" cap="all" spc="0" baseline="0">
                <a:solidFill>
                  <a:schemeClr val="tx2"/>
                </a:solidFill>
                <a:latin typeface="+mj-lt"/>
                <a:cs typeface="Urdu Typesetting" panose="03020402040406030203" pitchFamily="66" charset="-78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pic>
        <p:nvPicPr>
          <p:cNvPr id="10" name="Picture 9" descr="A blue leaf on a black background&#10;&#10;AI-generated content may be incorrect.">
            <a:extLst>
              <a:ext uri="{FF2B5EF4-FFF2-40B4-BE49-F238E27FC236}">
                <a16:creationId xmlns:a16="http://schemas.microsoft.com/office/drawing/2014/main" id="{E1FAE426-B259-9B7E-DA6B-E052E1FCE6B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41628"/>
          <a:stretch>
            <a:fillRect/>
          </a:stretch>
        </p:blipFill>
        <p:spPr>
          <a:xfrm flipH="1">
            <a:off x="1638457" y="-1"/>
            <a:ext cx="3509674" cy="1034177"/>
          </a:xfrm>
          <a:prstGeom prst="rect">
            <a:avLst/>
          </a:prstGeom>
        </p:spPr>
      </p:pic>
      <p:pic>
        <p:nvPicPr>
          <p:cNvPr id="11" name="Picture 10" descr="Blue leaves on a black background&#10;&#10;AI-generated content may be incorrect.">
            <a:extLst>
              <a:ext uri="{FF2B5EF4-FFF2-40B4-BE49-F238E27FC236}">
                <a16:creationId xmlns:a16="http://schemas.microsoft.com/office/drawing/2014/main" id="{0A0E2D79-EB43-8B87-7AC2-A0043A5E3F8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804153"/>
            <a:ext cx="1917700" cy="1346200"/>
          </a:xfrm>
          <a:prstGeom prst="rect">
            <a:avLst/>
          </a:prstGeom>
        </p:spPr>
      </p:pic>
      <p:pic>
        <p:nvPicPr>
          <p:cNvPr id="12" name="Picture 11" descr="Blue leaves on a black background&#10;&#10;AI-generated content may be incorrect.">
            <a:extLst>
              <a:ext uri="{FF2B5EF4-FFF2-40B4-BE49-F238E27FC236}">
                <a16:creationId xmlns:a16="http://schemas.microsoft.com/office/drawing/2014/main" id="{7373C030-FF01-D4D1-E8D8-0EE4E6036E10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 flipV="1">
            <a:off x="10171959" y="780706"/>
            <a:ext cx="2020041" cy="1418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10433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Blue leaves in a circle&#10;&#10;AI-generated content may be incorrect.">
            <a:extLst>
              <a:ext uri="{FF2B5EF4-FFF2-40B4-BE49-F238E27FC236}">
                <a16:creationId xmlns:a16="http://schemas.microsoft.com/office/drawing/2014/main" id="{E981F3B3-629F-D680-2DF2-E8D2A2A6BC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02847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52800" y="4782298"/>
            <a:ext cx="5486400" cy="669472"/>
          </a:xfrm>
        </p:spPr>
        <p:txBody>
          <a:bodyPr anchor="ctr">
            <a:normAutofit/>
          </a:bodyPr>
          <a:lstStyle>
            <a:lvl1pPr algn="ctr">
              <a:lnSpc>
                <a:spcPct val="120000"/>
              </a:lnSpc>
              <a:defRPr sz="1800" b="0" i="0" spc="100" baseline="0">
                <a:solidFill>
                  <a:schemeClr val="tx2"/>
                </a:solidFill>
                <a:latin typeface="+mn-lt"/>
                <a:ea typeface="Source Sans Pro Light" panose="020B0403030403020204" pitchFamily="34" charset="0"/>
                <a:cs typeface="Cordia New" panose="020B0304020202020204" pitchFamily="34" charset="-34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804160" y="1344168"/>
            <a:ext cx="6583680" cy="3291840"/>
          </a:xfrm>
        </p:spPr>
        <p:txBody>
          <a:bodyPr anchor="ctr">
            <a:normAutofit/>
          </a:bodyPr>
          <a:lstStyle>
            <a:lvl1pPr marL="0" indent="-164592" algn="ctr">
              <a:lnSpc>
                <a:spcPct val="80000"/>
              </a:lnSpc>
              <a:spcBef>
                <a:spcPts val="0"/>
              </a:spcBef>
              <a:buNone/>
              <a:defRPr sz="4000" cap="all" spc="0" baseline="0">
                <a:solidFill>
                  <a:schemeClr val="tx2"/>
                </a:solidFill>
                <a:latin typeface="+mj-lt"/>
                <a:cs typeface="Urdu Typesetting" panose="03020402040406030203" pitchFamily="66" charset="-78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30339491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AE60374-D5A7-578F-94DF-B3AE40A63D76}"/>
              </a:ext>
            </a:extLst>
          </p:cNvPr>
          <p:cNvSpPr/>
          <p:nvPr/>
        </p:nvSpPr>
        <p:spPr>
          <a:xfrm>
            <a:off x="411480" y="408561"/>
            <a:ext cx="11346580" cy="547788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A60FC988-C014-CA7D-7F26-4EDC152955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79838" y="4553078"/>
            <a:ext cx="5638800" cy="788610"/>
          </a:xfrm>
        </p:spPr>
        <p:txBody>
          <a:bodyPr/>
          <a:lstStyle>
            <a:lvl1pPr>
              <a:lnSpc>
                <a:spcPct val="120000"/>
              </a:lnSpc>
              <a:defRPr sz="1800" spc="100" baseline="0"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F4BC7C1D-C941-64F4-959E-B9487BF4CD0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2579837" y="1047879"/>
            <a:ext cx="8483601" cy="3371850"/>
          </a:xfrm>
        </p:spPr>
        <p:txBody>
          <a:bodyPr anchor="ctr"/>
          <a:lstStyle>
            <a:lvl1pPr indent="0">
              <a:lnSpc>
                <a:spcPct val="80000"/>
              </a:lnSpc>
              <a:buNone/>
              <a:defRPr sz="5400" cap="all" baseline="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628BD-4B0C-2949-B92B-496E78197D17}" type="datetime1">
              <a:rPr lang="en-US" smtClean="0"/>
              <a:t>5/13/2026</a:t>
            </a:fld>
            <a:endParaRPr lang="en-US"/>
          </a:p>
        </p:txBody>
      </p:sp>
      <p:pic>
        <p:nvPicPr>
          <p:cNvPr id="9" name="Picture 8" descr="Blue leaves on a black background&#10;&#10;AI-generated content may be incorrect.">
            <a:extLst>
              <a:ext uri="{FF2B5EF4-FFF2-40B4-BE49-F238E27FC236}">
                <a16:creationId xmlns:a16="http://schemas.microsoft.com/office/drawing/2014/main" id="{AD9087A2-9DF4-E9FD-70DE-819B7480EA6C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2560320"/>
            <a:ext cx="1917700" cy="134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476831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leaf on a black background&#10;&#10;AI-generated content may be incorrect.">
            <a:extLst>
              <a:ext uri="{FF2B5EF4-FFF2-40B4-BE49-F238E27FC236}">
                <a16:creationId xmlns:a16="http://schemas.microsoft.com/office/drawing/2014/main" id="{2980446A-4C51-EF2C-7912-750EC880876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flipH="1">
            <a:off x="7315200" y="-1"/>
            <a:ext cx="3361254" cy="103417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1034176"/>
            <a:ext cx="11300859" cy="1388984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2651760"/>
            <a:ext cx="11300860" cy="27731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6E4B0-8B14-9B4C-A31A-5987B81B3FF3}" type="datetime1">
              <a:rPr lang="en-US" smtClean="0"/>
              <a:t>5/13/2026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318529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CC57870-6258-3787-62B9-78CC66A2B053}"/>
              </a:ext>
            </a:extLst>
          </p:cNvPr>
          <p:cNvSpPr/>
          <p:nvPr/>
        </p:nvSpPr>
        <p:spPr>
          <a:xfrm>
            <a:off x="411480" y="408561"/>
            <a:ext cx="11346580" cy="547788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32720" cy="1371600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400" y="2651760"/>
            <a:ext cx="10332720" cy="27731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36A54-899C-E541-8E52-4AB7D9961575}" type="datetime1">
              <a:rPr lang="en-US" smtClean="0"/>
              <a:t>5/13/2026</a:t>
            </a:fld>
            <a:endParaRPr lang="en-US"/>
          </a:p>
        </p:txBody>
      </p:sp>
      <p:pic>
        <p:nvPicPr>
          <p:cNvPr id="7" name="Picture 6" descr="A blue and black image of two birds&#10;&#10;AI-generated content may be incorrect.">
            <a:extLst>
              <a:ext uri="{FF2B5EF4-FFF2-40B4-BE49-F238E27FC236}">
                <a16:creationId xmlns:a16="http://schemas.microsoft.com/office/drawing/2014/main" id="{DF688FE8-69D4-9BEF-4BAA-95000B6B06F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4158274" y="5524901"/>
            <a:ext cx="6065596" cy="1333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763450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914400"/>
            <a:ext cx="5486400" cy="2514600"/>
          </a:xfrm>
        </p:spPr>
        <p:txBody>
          <a:bodyPr anchor="b" anchorCtr="0">
            <a:no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0" y="3582336"/>
            <a:ext cx="5486400" cy="2318402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6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A4A97-A7C4-9F40-8A0A-FE5948AA7EAD}" type="datetime1">
              <a:rPr lang="en-US" smtClean="0"/>
              <a:t>5/13/2026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D38A79B-2A35-A3D9-A7ED-DE7607A5B87F}"/>
              </a:ext>
            </a:extLst>
          </p:cNvPr>
          <p:cNvSpPr/>
          <p:nvPr/>
        </p:nvSpPr>
        <p:spPr>
          <a:xfrm>
            <a:off x="7383790" y="914400"/>
            <a:ext cx="4389990" cy="475488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lemon on a branch&#10;&#10;AI-generated content may be incorrect.">
            <a:extLst>
              <a:ext uri="{FF2B5EF4-FFF2-40B4-BE49-F238E27FC236}">
                <a16:creationId xmlns:a16="http://schemas.microsoft.com/office/drawing/2014/main" id="{BCAD1063-90DD-E1BB-B6C8-CF21479CD3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2114" y="553212"/>
            <a:ext cx="4911923" cy="5522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3863715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552" cy="9144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27D5A5-84C3-7EDE-A8EB-2DE057DE46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57200" y="1825625"/>
            <a:ext cx="5394960" cy="4206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54150AE-A7C6-D328-35D7-F5B840930E3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63100" y="1825625"/>
            <a:ext cx="5394960" cy="4206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CCE39-E894-AE4B-8297-21AAF0EFFD0A}" type="datetime1">
              <a:rPr lang="en-US" smtClean="0"/>
              <a:t>5/13/2026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58597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552" cy="9144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85735"/>
            <a:ext cx="539496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800" b="1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57200" y="2387600"/>
            <a:ext cx="5394960" cy="365760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63736" y="1685735"/>
            <a:ext cx="539496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800" b="1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63100" y="2387600"/>
            <a:ext cx="5394960" cy="365760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DDF8A-0D91-364D-A077-5FA6DB0BF384}" type="datetime1">
              <a:rPr lang="en-US" smtClean="0"/>
              <a:t>5/13/2026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77103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552" cy="914400"/>
          </a:xfrm>
        </p:spPr>
        <p:txBody>
          <a:bodyPr anchor="b" anchorCtr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60C67-8BBF-6B4F-9B47-BDE666336AA6}" type="datetime1">
              <a:rPr lang="en-US" smtClean="0"/>
              <a:t>5/13/2026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519507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4A657-91FB-5045-886C-E8C9E2D0FBD3}" type="datetime1">
              <a:rPr lang="en-US" smtClean="0"/>
              <a:t>5/13/2026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643298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457200"/>
            <a:ext cx="4297680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0" y="2590800"/>
            <a:ext cx="4297680" cy="3291840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457200"/>
            <a:ext cx="6645812" cy="539496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EC984-B3DE-9046-AFE2-DCA5A31E4617}" type="datetime1">
              <a:rPr lang="en-US" smtClean="0"/>
              <a:t>5/13/2026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61241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5849492-8CEA-1782-4908-C537B7CD0034}"/>
              </a:ext>
            </a:extLst>
          </p:cNvPr>
          <p:cNvSpPr/>
          <p:nvPr/>
        </p:nvSpPr>
        <p:spPr>
          <a:xfrm>
            <a:off x="4659682" y="-1"/>
            <a:ext cx="7532318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3788700" cy="176208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0" y="2826137"/>
            <a:ext cx="3778112" cy="3017520"/>
          </a:xfrm>
        </p:spPr>
        <p:txBody>
          <a:bodyPr anchor="b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9077" y="6126480"/>
            <a:ext cx="2377440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186517" y="6126480"/>
            <a:ext cx="1039521" cy="365125"/>
          </a:xfrm>
        </p:spPr>
        <p:txBody>
          <a:bodyPr/>
          <a:lstStyle/>
          <a:p>
            <a:fld id="{0265947F-1BAF-0347-867A-BE413595A34D}" type="datetime1">
              <a:rPr lang="en-US" smtClean="0"/>
              <a:t>5/13/2026</a:t>
            </a:fld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 noChangeAspect="1"/>
          </p:cNvSpPr>
          <p:nvPr>
            <p:ph type="pic" idx="1" hasCustomPrompt="1"/>
          </p:nvPr>
        </p:nvSpPr>
        <p:spPr>
          <a:xfrm>
            <a:off x="5073465" y="457200"/>
            <a:ext cx="6704753" cy="59436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619368227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C6B4DC52-CC44-D647-BBB1-762854F46572}" type="datetime1">
              <a:rPr lang="en-US" smtClean="0"/>
              <a:t>5/13/2026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pPr algn="r"/>
            <a:fld id="{40B778AE-8D30-EC43-B255-420E7914C179}" type="slidenum">
              <a:rPr lang="en-US" smtClean="0"/>
              <a:pPr algn="r"/>
              <a:t>‹#›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9561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F0028-8822-3F46-9369-4E11A89384E5}" type="datetime1">
              <a:rPr lang="en-US" smtClean="0"/>
              <a:pPr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858824"/>
      </p:ext>
    </p:extLst>
  </p:cSld>
  <p:clrMapOvr>
    <a:masterClrMapping/>
  </p:clrMapOvr>
  <p:hf hdr="0"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F0028-8822-3F46-9369-4E11A89384E5}" type="datetime1">
              <a:rPr lang="en-US" smtClean="0"/>
              <a:pPr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157486026"/>
      </p:ext>
    </p:extLst>
  </p:cSld>
  <p:clrMapOvr>
    <a:masterClrMapping/>
  </p:clrMapOvr>
  <p:hf hdr="0"/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F0028-8822-3F46-9369-4E11A89384E5}" type="datetime1">
              <a:rPr lang="en-US" smtClean="0"/>
              <a:pPr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735352"/>
      </p:ext>
    </p:extLst>
  </p:cSld>
  <p:clrMapOvr>
    <a:masterClrMapping/>
  </p:clrMapOvr>
  <p:hf hdr="0"/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F0028-8822-3F46-9369-4E11A89384E5}" type="datetime1">
              <a:rPr lang="en-US" smtClean="0"/>
              <a:pPr/>
              <a:t>5/13/2026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498560"/>
      </p:ext>
    </p:extLst>
  </p:cSld>
  <p:clrMapOvr>
    <a:masterClrMapping/>
  </p:clrMapOvr>
  <p:hf hdr="0"/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60C67-8BBF-6B4F-9B47-BDE666336AA6}" type="datetime1">
              <a:rPr lang="en-US" smtClean="0"/>
              <a:t>5/13/2026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131080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F0028-8822-3F46-9369-4E11A89384E5}" type="datetime1">
              <a:rPr lang="en-US" smtClean="0"/>
              <a:pPr/>
              <a:t>5/13/2026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862054"/>
      </p:ext>
    </p:extLst>
  </p:cSld>
  <p:clrMapOvr>
    <a:masterClrMapping/>
  </p:clrMapOvr>
  <p:hf hdr="0"/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EC984-B3DE-9046-AFE2-DCA5A31E4617}" type="datetime1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856464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5947F-1BAF-0347-867A-BE413595A34D}" type="datetime1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474923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F0028-8822-3F46-9369-4E11A89384E5}" type="datetime1">
              <a:rPr lang="en-US" smtClean="0"/>
              <a:pPr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075795"/>
      </p:ext>
    </p:extLst>
  </p:cSld>
  <p:clrMapOvr>
    <a:masterClrMapping/>
  </p:clrMapOvr>
  <p:hf hdr="0"/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F0028-8822-3F46-9369-4E11A89384E5}" type="datetime1">
              <a:rPr lang="en-US" smtClean="0"/>
              <a:pPr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379456"/>
      </p:ext>
    </p:extLst>
  </p:cSld>
  <p:clrMapOvr>
    <a:masterClrMapping/>
  </p:clrMapOvr>
  <p:hf hdr="0"/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7.xml"/><Relationship Id="rId3" Type="http://schemas.openxmlformats.org/officeDocument/2006/relationships/slideLayout" Target="../slideLayouts/slideLayout62.xml"/><Relationship Id="rId7" Type="http://schemas.openxmlformats.org/officeDocument/2006/relationships/slideLayout" Target="../slideLayouts/slideLayout66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61.xml"/><Relationship Id="rId1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5.xml"/><Relationship Id="rId11" Type="http://schemas.openxmlformats.org/officeDocument/2006/relationships/slideLayout" Target="../slideLayouts/slideLayout70.xml"/><Relationship Id="rId5" Type="http://schemas.openxmlformats.org/officeDocument/2006/relationships/slideLayout" Target="../slideLayouts/slideLayout64.xml"/><Relationship Id="rId10" Type="http://schemas.openxmlformats.org/officeDocument/2006/relationships/slideLayout" Target="../slideLayouts/slideLayout69.xml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CD69C9E-5EF9-BB75-4627-4DC5CC696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365125"/>
            <a:ext cx="1134658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A82400-D5E7-A68D-169F-2E18AE06F5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1480" y="1825625"/>
            <a:ext cx="11346580" cy="40233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0FF041-44CD-B171-7760-9BD4A44AFC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1480" y="6126480"/>
            <a:ext cx="365760" cy="365125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l" rtl="0">
              <a:defRPr sz="900" b="0" i="0" cap="all" spc="100" baseline="0">
                <a:solidFill>
                  <a:schemeClr val="tx1"/>
                </a:solidFill>
                <a:latin typeface="+mn-lt"/>
                <a:ea typeface="Source Sans Pro Light" panose="020B0403030403020204" pitchFamily="34" charset="0"/>
                <a:cs typeface="Cordia New" panose="020B0304020202020204" pitchFamily="34" charset="-34"/>
              </a:defRPr>
            </a:lvl1pPr>
          </a:lstStyle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F78213-F4F4-5A28-3082-9883265461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9077" y="6126480"/>
            <a:ext cx="3698529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rtl="0">
              <a:defRPr sz="900" b="0" i="0" cap="all" spc="100" baseline="0">
                <a:solidFill>
                  <a:schemeClr val="tx1"/>
                </a:solidFill>
                <a:latin typeface="+mn-lt"/>
                <a:ea typeface="Source Sans Pro Light" panose="020B0403030403020204" pitchFamily="34" charset="0"/>
                <a:cs typeface="Cordia New" panose="020B0304020202020204" pitchFamily="34" charset="-34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72940C-5E99-C9E6-92A2-229FA878BD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684913" y="6126480"/>
            <a:ext cx="207314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900" b="0" i="0" cap="all" spc="100" baseline="0">
                <a:solidFill>
                  <a:schemeClr val="tx1"/>
                </a:solidFill>
                <a:latin typeface="+mn-lt"/>
                <a:ea typeface="Source Sans Pro Light" panose="020B0403030403020204" pitchFamily="34" charset="0"/>
                <a:cs typeface="Cordia New" panose="020B0304020202020204" pitchFamily="34" charset="-34"/>
              </a:defRPr>
            </a:lvl1pPr>
          </a:lstStyle>
          <a:p>
            <a:fld id="{F58F0028-8822-3F46-9369-4E11A89384E5}" type="datetime1">
              <a:rPr lang="en-US" smtClean="0"/>
              <a:pPr/>
              <a:t>5/13/2026</a:t>
            </a:fld>
            <a:endParaRPr lang="en-US"/>
          </a:p>
        </p:txBody>
      </p:sp>
      <p:sp>
        <p:nvSpPr>
          <p:cNvPr id="11" name="Freeform 10" hidden="1">
            <a:extLst>
              <a:ext uri="{FF2B5EF4-FFF2-40B4-BE49-F238E27FC236}">
                <a16:creationId xmlns:a16="http://schemas.microsoft.com/office/drawing/2014/main" id="{AD19C17A-2059-B291-5686-A6EE57749BB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custGeom>
            <a:avLst/>
            <a:gdLst>
              <a:gd name="csX0" fmla="*/ 457200 w 12192000"/>
              <a:gd name="csY0" fmla="*/ 457200 h 6858000"/>
              <a:gd name="csX1" fmla="*/ 457200 w 12192000"/>
              <a:gd name="csY1" fmla="*/ 6400800 h 6858000"/>
              <a:gd name="csX2" fmla="*/ 11734800 w 12192000"/>
              <a:gd name="csY2" fmla="*/ 6400800 h 6858000"/>
              <a:gd name="csX3" fmla="*/ 11734800 w 12192000"/>
              <a:gd name="csY3" fmla="*/ 457200 h 6858000"/>
              <a:gd name="csX4" fmla="*/ 0 w 12192000"/>
              <a:gd name="csY4" fmla="*/ 0 h 6858000"/>
              <a:gd name="csX5" fmla="*/ 457200 w 12192000"/>
              <a:gd name="csY5" fmla="*/ 0 h 6858000"/>
              <a:gd name="csX6" fmla="*/ 457200 w 12192000"/>
              <a:gd name="csY6" fmla="*/ 0 h 6858000"/>
              <a:gd name="csX7" fmla="*/ 12190476 w 12192000"/>
              <a:gd name="csY7" fmla="*/ 0 h 6858000"/>
              <a:gd name="csX8" fmla="*/ 12190476 w 12192000"/>
              <a:gd name="csY8" fmla="*/ 0 h 6858000"/>
              <a:gd name="csX9" fmla="*/ 12192000 w 12192000"/>
              <a:gd name="csY9" fmla="*/ 0 h 6858000"/>
              <a:gd name="csX10" fmla="*/ 12192000 w 12192000"/>
              <a:gd name="csY10" fmla="*/ 6858000 h 6858000"/>
              <a:gd name="csX11" fmla="*/ 12190476 w 12192000"/>
              <a:gd name="csY11" fmla="*/ 6858000 h 6858000"/>
              <a:gd name="csX12" fmla="*/ 11734800 w 12192000"/>
              <a:gd name="csY12" fmla="*/ 6858000 h 6858000"/>
              <a:gd name="csX13" fmla="*/ 457200 w 12192000"/>
              <a:gd name="csY13" fmla="*/ 6858000 h 6858000"/>
              <a:gd name="csX14" fmla="*/ 1525 w 12192000"/>
              <a:gd name="csY14" fmla="*/ 6858000 h 6858000"/>
              <a:gd name="csX15" fmla="*/ 0 w 12192000"/>
              <a:gd name="csY15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12192000" h="6858000">
                <a:moveTo>
                  <a:pt x="457200" y="457200"/>
                </a:moveTo>
                <a:lnTo>
                  <a:pt x="457200" y="6400800"/>
                </a:lnTo>
                <a:lnTo>
                  <a:pt x="11734800" y="6400800"/>
                </a:lnTo>
                <a:lnTo>
                  <a:pt x="11734800" y="457200"/>
                </a:lnTo>
                <a:close/>
                <a:moveTo>
                  <a:pt x="0" y="0"/>
                </a:moveTo>
                <a:lnTo>
                  <a:pt x="457200" y="0"/>
                </a:lnTo>
                <a:lnTo>
                  <a:pt x="457200" y="0"/>
                </a:lnTo>
                <a:lnTo>
                  <a:pt x="12190476" y="0"/>
                </a:lnTo>
                <a:lnTo>
                  <a:pt x="12190476" y="0"/>
                </a:lnTo>
                <a:lnTo>
                  <a:pt x="12192000" y="0"/>
                </a:lnTo>
                <a:lnTo>
                  <a:pt x="12192000" y="6858000"/>
                </a:lnTo>
                <a:lnTo>
                  <a:pt x="12190476" y="6858000"/>
                </a:lnTo>
                <a:lnTo>
                  <a:pt x="11734800" y="6858000"/>
                </a:lnTo>
                <a:lnTo>
                  <a:pt x="457200" y="6858000"/>
                </a:lnTo>
                <a:lnTo>
                  <a:pt x="1525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372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  <p:sldLayoutId id="2147483757" r:id="rId13"/>
    <p:sldLayoutId id="2147483758" r:id="rId14"/>
    <p:sldLayoutId id="2147483759" r:id="rId15"/>
    <p:sldLayoutId id="2147483760" r:id="rId16"/>
    <p:sldLayoutId id="2147483761" r:id="rId17"/>
    <p:sldLayoutId id="2147483762" r:id="rId18"/>
    <p:sldLayoutId id="2147483763" r:id="rId19"/>
    <p:sldLayoutId id="2147483764" r:id="rId20"/>
    <p:sldLayoutId id="2147483765" r:id="rId21"/>
    <p:sldLayoutId id="2147483766" r:id="rId22"/>
    <p:sldLayoutId id="2147483767" r:id="rId23"/>
    <p:sldLayoutId id="2147483768" r:id="rId24"/>
    <p:sldLayoutId id="2147483769" r:id="rId25"/>
    <p:sldLayoutId id="2147483770" r:id="rId26"/>
    <p:sldLayoutId id="2147483771" r:id="rId27"/>
    <p:sldLayoutId id="2147483772" r:id="rId28"/>
    <p:sldLayoutId id="2147483773" r:id="rId29"/>
    <p:sldLayoutId id="2147483774" r:id="rId30"/>
    <p:sldLayoutId id="2147483775" r:id="rId31"/>
    <p:sldLayoutId id="2147483776" r:id="rId32"/>
    <p:sldLayoutId id="2147483777" r:id="rId33"/>
    <p:sldLayoutId id="2147483778" r:id="rId34"/>
    <p:sldLayoutId id="2147483779" r:id="rId35"/>
    <p:sldLayoutId id="2147483780" r:id="rId36"/>
    <p:sldLayoutId id="2147483781" r:id="rId37"/>
    <p:sldLayoutId id="2147483782" r:id="rId38"/>
    <p:sldLayoutId id="2147483783" r:id="rId39"/>
    <p:sldLayoutId id="2147483784" r:id="rId40"/>
    <p:sldLayoutId id="2147483785" r:id="rId41"/>
    <p:sldLayoutId id="2147483786" r:id="rId42"/>
    <p:sldLayoutId id="2147483787" r:id="rId43"/>
    <p:sldLayoutId id="2147483788" r:id="rId44"/>
    <p:sldLayoutId id="2147483789" r:id="rId45"/>
    <p:sldLayoutId id="2147483790" r:id="rId46"/>
    <p:sldLayoutId id="2147483791" r:id="rId47"/>
    <p:sldLayoutId id="2147483792" r:id="rId48"/>
    <p:sldLayoutId id="2147483793" r:id="rId49"/>
    <p:sldLayoutId id="2147483794" r:id="rId50"/>
    <p:sldLayoutId id="2147483795" r:id="rId51"/>
    <p:sldLayoutId id="2147483796" r:id="rId52"/>
    <p:sldLayoutId id="2147483797" r:id="rId53"/>
    <p:sldLayoutId id="2147483798" r:id="rId54"/>
    <p:sldLayoutId id="2147483799" r:id="rId55"/>
    <p:sldLayoutId id="2147483800" r:id="rId56"/>
    <p:sldLayoutId id="2147483801" r:id="rId57"/>
    <p:sldLayoutId id="2147483802" r:id="rId58"/>
    <p:sldLayoutId id="2147483803" r:id="rId59"/>
  </p:sldLayoutIdLst>
  <p:hf hdr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200" baseline="0">
          <a:solidFill>
            <a:schemeClr val="tx1"/>
          </a:solidFill>
          <a:latin typeface="+mj-lt"/>
          <a:ea typeface="+mj-ea"/>
          <a:cs typeface="Urdu Typesetting" panose="03020402040406030203" pitchFamily="66" charset="-78"/>
        </a:defRPr>
      </a:lvl1pPr>
    </p:titleStyle>
    <p:bodyStyle>
      <a:lvl1pPr marL="0" indent="-2286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400" b="0" i="0" kern="1200" spc="0" baseline="0">
          <a:solidFill>
            <a:schemeClr val="tx1"/>
          </a:solidFill>
          <a:latin typeface="+mn-lt"/>
          <a:ea typeface="Source Sans Pro Light" panose="020B0403030403020204" pitchFamily="34" charset="0"/>
          <a:cs typeface="Cordia New" panose="020B0304020202020204" pitchFamily="34" charset="-34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400" b="0" i="0" kern="1200" spc="0" baseline="0">
          <a:solidFill>
            <a:schemeClr val="tx1"/>
          </a:solidFill>
          <a:latin typeface="+mn-lt"/>
          <a:ea typeface="Source Sans Pro Light" panose="020B0403030403020204" pitchFamily="34" charset="0"/>
          <a:cs typeface="Cordia New" panose="020B0304020202020204" pitchFamily="34" charset="-34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400" b="0" i="0" kern="1200" spc="0" baseline="0">
          <a:solidFill>
            <a:schemeClr val="tx1"/>
          </a:solidFill>
          <a:latin typeface="+mn-lt"/>
          <a:ea typeface="Source Sans Pro Light" panose="020B0403030403020204" pitchFamily="34" charset="0"/>
          <a:cs typeface="Cordia New" panose="020B0304020202020204" pitchFamily="34" charset="-34"/>
        </a:defRPr>
      </a:lvl3pPr>
      <a:lvl4pPr marL="804672" indent="-2286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400" b="0" i="0" kern="1200" spc="0" baseline="0">
          <a:solidFill>
            <a:schemeClr val="tx1"/>
          </a:solidFill>
          <a:latin typeface="+mn-lt"/>
          <a:ea typeface="Source Sans Pro Light" panose="020B0403030403020204" pitchFamily="34" charset="0"/>
          <a:cs typeface="Cordia New" panose="020B0304020202020204" pitchFamily="34" charset="-34"/>
        </a:defRPr>
      </a:lvl4pPr>
      <a:lvl5pPr marL="1024128" indent="-2286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400" b="0" i="0" kern="1200" spc="0" baseline="0">
          <a:solidFill>
            <a:schemeClr val="tx1"/>
          </a:solidFill>
          <a:latin typeface="+mn-lt"/>
          <a:ea typeface="Source Sans Pro Light" panose="020B0403030403020204" pitchFamily="34" charset="0"/>
          <a:cs typeface="Cordia New" panose="020B0304020202020204" pitchFamily="34" charset="-34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F58F0028-8822-3F46-9369-4E11A89384E5}" type="datetime1">
              <a:rPr lang="en-US" smtClean="0"/>
              <a:pPr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436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2" r:id="rId1"/>
    <p:sldLayoutId id="2147483823" r:id="rId2"/>
    <p:sldLayoutId id="2147483824" r:id="rId3"/>
    <p:sldLayoutId id="2147483825" r:id="rId4"/>
    <p:sldLayoutId id="2147483826" r:id="rId5"/>
    <p:sldLayoutId id="2147483827" r:id="rId6"/>
    <p:sldLayoutId id="2147483828" r:id="rId7"/>
    <p:sldLayoutId id="2147483829" r:id="rId8"/>
    <p:sldLayoutId id="2147483830" r:id="rId9"/>
    <p:sldLayoutId id="2147483831" r:id="rId10"/>
    <p:sldLayoutId id="2147483832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0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6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61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6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61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61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61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61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mericancommunities.org/unemployment-continues-increasing-across-america/" TargetMode="External"/><Relationship Id="rId7" Type="http://schemas.openxmlformats.org/officeDocument/2006/relationships/hyperlink" Target="https://www.census.gov/data/tables/time-series/demo/popest/2020s-state-total.html" TargetMode="External"/><Relationship Id="rId2" Type="http://schemas.openxmlformats.org/officeDocument/2006/relationships/hyperlink" Target="https://usafacts.org/answers/what-is-the-unemployment-rate/country/united-states/" TargetMode="External"/><Relationship Id="rId1" Type="http://schemas.openxmlformats.org/officeDocument/2006/relationships/slideLayout" Target="../slideLayouts/slideLayout61.xml"/><Relationship Id="rId6" Type="http://schemas.openxmlformats.org/officeDocument/2006/relationships/hyperlink" Target="https://www.bls.gov/data/#unemployment" TargetMode="External"/><Relationship Id="rId5" Type="http://schemas.openxmlformats.org/officeDocument/2006/relationships/hyperlink" Target="https://www.investopedia.com/historical-us-unemployment-rate-by-year-7495494" TargetMode="External"/><Relationship Id="rId4" Type="http://schemas.openxmlformats.org/officeDocument/2006/relationships/hyperlink" Target="https://www.cnn.com/business/live-news/us-jobs-report-august-2025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98190-6C6B-103B-6784-A34365AB5A3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Historical Unemployment in the United States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23E1E8-4588-F79E-3132-D90D12E27A8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DATA 205 Capstone Project</a:t>
            </a:r>
          </a:p>
          <a:p>
            <a:r>
              <a:rPr lang="en-US" dirty="0"/>
              <a:t>Montgomery College: Rockville Campus</a:t>
            </a:r>
          </a:p>
          <a:p>
            <a:r>
              <a:rPr lang="en-US" dirty="0"/>
              <a:t>Ria Rhodes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D51F49-980E-AFC1-328F-408BB2D52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9B567-4DEA-7E48-AA7A-6B6B391D7DD0}" type="datetime1">
              <a:rPr lang="en-US" smtClean="0"/>
              <a:pPr/>
              <a:t>5/13/2026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70C604-F9E2-00CD-3B5A-62E321B55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Historical Unemployment in the United States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5B2BDA-165B-093D-2C99-A79E149DE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40B778AE-8D30-EC43-B255-420E7914C179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0288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982F1-0585-02C7-994A-ADEE0CC92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This Matters:</a:t>
            </a:r>
          </a:p>
        </p:txBody>
      </p: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D2881AE5-7B1E-3423-C5C3-343C00D9F50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04755987"/>
              </p:ext>
            </p:extLst>
          </p:nvPr>
        </p:nvGraphicFramePr>
        <p:xfrm>
          <a:off x="1261872" y="1828800"/>
          <a:ext cx="8595360" cy="43513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BCEFD91-099B-DCDD-7950-56B3D7AF0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CF59F-16CF-294B-89B0-023DBFDF062C}" type="datetime1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DF09C0-7650-50B5-770B-04EA52139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Historical Unemployment in the United States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E918D3-BB93-3B11-F53B-30C92BE73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AEAA3239-9EA4-4A65-A281-97F994456D9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5700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91368-4794-89E7-0833-94EF79B9C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0464" y="539087"/>
            <a:ext cx="4534047" cy="1584895"/>
          </a:xfrm>
        </p:spPr>
        <p:txBody>
          <a:bodyPr>
            <a:normAutofit/>
          </a:bodyPr>
          <a:lstStyle/>
          <a:p>
            <a:r>
              <a:rPr lang="en-US" dirty="0"/>
              <a:t>Tools Used:</a:t>
            </a:r>
          </a:p>
        </p:txBody>
      </p:sp>
      <p:pic>
        <p:nvPicPr>
          <p:cNvPr id="8" name="Picture 7" descr="Close up of ruler">
            <a:extLst>
              <a:ext uri="{FF2B5EF4-FFF2-40B4-BE49-F238E27FC236}">
                <a16:creationId xmlns:a16="http://schemas.microsoft.com/office/drawing/2014/main" id="{5CD709F8-9443-65BC-91F5-1BA473B4B35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645" r="23033" b="-1"/>
          <a:stretch>
            <a:fillRect/>
          </a:stretch>
        </p:blipFill>
        <p:spPr>
          <a:xfrm>
            <a:off x="20" y="10"/>
            <a:ext cx="6094799" cy="6857990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9CCC2C5-2DF1-5D9C-CFCE-5F3496626A6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10797542" y="998537"/>
            <a:ext cx="1904999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F2CF59F-16CF-294B-89B0-023DBFDF062C}" type="datetime1">
              <a:rPr lang="en-US" smtClean="0"/>
              <a:pPr>
                <a:spcAft>
                  <a:spcPts val="600"/>
                </a:spcAft>
              </a:pPr>
              <a:t>5/13/2026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644826-51A7-FD4A-A0A4-2DBA193A56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20463" y="2438399"/>
            <a:ext cx="4572002" cy="3880514"/>
          </a:xfrm>
        </p:spPr>
        <p:txBody>
          <a:bodyPr>
            <a:normAutofit/>
          </a:bodyPr>
          <a:lstStyle/>
          <a:p>
            <a:r>
              <a:rPr lang="en-US" dirty="0"/>
              <a:t>R Studio</a:t>
            </a:r>
          </a:p>
          <a:p>
            <a:pPr lvl="1"/>
            <a:r>
              <a:rPr lang="en-US" dirty="0"/>
              <a:t>ggplot2</a:t>
            </a:r>
          </a:p>
          <a:p>
            <a:pPr lvl="1"/>
            <a:r>
              <a:rPr lang="en-US" dirty="0" err="1"/>
              <a:t>dplyr</a:t>
            </a:r>
            <a:endParaRPr lang="en-US" dirty="0"/>
          </a:p>
          <a:p>
            <a:pPr lvl="1"/>
            <a:r>
              <a:rPr lang="en-US" dirty="0"/>
              <a:t>sf</a:t>
            </a:r>
          </a:p>
          <a:p>
            <a:pPr lvl="1"/>
            <a:r>
              <a:rPr lang="en-US" dirty="0" err="1"/>
              <a:t>USABoundaries</a:t>
            </a:r>
            <a:endParaRPr lang="en-US" dirty="0"/>
          </a:p>
          <a:p>
            <a:pPr lvl="1"/>
            <a:r>
              <a:rPr lang="en-US" dirty="0"/>
              <a:t>leaflet</a:t>
            </a:r>
          </a:p>
          <a:p>
            <a:pPr lvl="1"/>
            <a:r>
              <a:rPr lang="en-US" dirty="0"/>
              <a:t>scales</a:t>
            </a:r>
          </a:p>
          <a:p>
            <a:pPr lvl="1"/>
            <a:r>
              <a:rPr lang="en-US" dirty="0" err="1"/>
              <a:t>tidyverse</a:t>
            </a:r>
            <a:endParaRPr lang="en-US" dirty="0"/>
          </a:p>
          <a:p>
            <a:pPr lvl="1"/>
            <a:r>
              <a:rPr lang="en-US" dirty="0"/>
              <a:t>janitor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F20D3C-ED6E-78FC-7120-D219A21FE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59341" y="4046537"/>
            <a:ext cx="3581400" cy="365125"/>
          </a:xfrm>
        </p:spPr>
        <p:txBody>
          <a:bodyPr>
            <a:normAutofit/>
          </a:bodyPr>
          <a:lstStyle/>
          <a:p>
            <a:r>
              <a:rPr lang="en-US" dirty="0"/>
              <a:t>Historical Unemployment in the United States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4A466E-1AE1-A246-4948-EEDC91BB0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2840" y="6172200"/>
            <a:ext cx="914400" cy="5937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AEAA3239-9EA4-4A65-A281-97F994456D9F}" type="slidenum">
              <a:rPr lang="en-US" smtClean="0"/>
              <a:pPr>
                <a:lnSpc>
                  <a:spcPct val="90000"/>
                </a:lnSpc>
                <a:spcAft>
                  <a:spcPts val="600"/>
                </a:spcAft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9057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5C9F5-0A47-8CB0-8E40-5970DF1C8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Goals:</a:t>
            </a:r>
          </a:p>
        </p:txBody>
      </p: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4FF723F9-7DEB-6310-F2F7-9B6D2A3005C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28898068"/>
              </p:ext>
            </p:extLst>
          </p:nvPr>
        </p:nvGraphicFramePr>
        <p:xfrm>
          <a:off x="1261872" y="1828800"/>
          <a:ext cx="8595360" cy="43513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96A9B8-79E1-139C-F8D8-62D056FE0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F0028-8822-3F46-9369-4E11A89384E5}" type="datetime1">
              <a:rPr lang="en-US" smtClean="0"/>
              <a:pPr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BEE3D8-72B7-9D66-F349-8611F71D1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Historical Unemployment in the United States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57B4E1-63ED-568C-5A69-76AEF2826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40B778AE-8D30-EC43-B255-420E7914C179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7810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40488-8201-3B70-35D9-37BB381FF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9032" y="365760"/>
            <a:ext cx="5997678" cy="1325562"/>
          </a:xfrm>
        </p:spPr>
        <p:txBody>
          <a:bodyPr>
            <a:normAutofit/>
          </a:bodyPr>
          <a:lstStyle/>
          <a:p>
            <a:r>
              <a:rPr lang="en-US" dirty="0"/>
              <a:t>Data Sources: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C2BF78-EE5B-49C7-ADD9-58CDBD13E3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F21F98-9DA4-7437-8DD7-BFC15E4712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-510541" y="998537"/>
            <a:ext cx="1904999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F58F0028-8822-3F46-9369-4E11A89384E5}" type="datetime1">
              <a:rPr lang="en-US">
                <a:solidFill>
                  <a:schemeClr val="accent1">
                    <a:lumMod val="20000"/>
                    <a:lumOff val="80000"/>
                  </a:schemeClr>
                </a:solidFill>
              </a:rPr>
              <a:pPr>
                <a:spcAft>
                  <a:spcPts val="600"/>
                </a:spcAft>
              </a:pPr>
              <a:t>5/13/2026</a:t>
            </a:fld>
            <a:endParaRPr lang="en-US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C9E4A7-4C42-91E9-68FA-2B8C9D15E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1348741" y="4046537"/>
            <a:ext cx="3581400" cy="365125"/>
          </a:xfrm>
        </p:spPr>
        <p:txBody>
          <a:bodyPr>
            <a:normAutofit/>
          </a:bodyPr>
          <a:lstStyle/>
          <a:p>
            <a:r>
              <a:rPr lang="en-US" dirty="0"/>
              <a:t>Historical Unemployment in the United States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AD8A8B-C703-E5A5-3AB7-5AFF9F936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15240" y="6172200"/>
            <a:ext cx="914400" cy="5937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40B778AE-8D30-EC43-B255-420E7914C179}" type="slidenum">
              <a:rPr lang="en-US">
                <a:solidFill>
                  <a:schemeClr val="accent1">
                    <a:lumMod val="60000"/>
                    <a:lumOff val="40000"/>
                  </a:schemeClr>
                </a:solidFill>
              </a:rPr>
              <a:pPr>
                <a:lnSpc>
                  <a:spcPct val="90000"/>
                </a:lnSpc>
                <a:spcAft>
                  <a:spcPts val="600"/>
                </a:spcAft>
              </a:pPr>
              <a:t>5</a:t>
            </a:fld>
            <a:endParaRPr lang="en-US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DB96A0-C3D9-278F-2B42-E578AD4908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1139" y="2005739"/>
            <a:ext cx="6015571" cy="4174398"/>
          </a:xfrm>
        </p:spPr>
        <p:txBody>
          <a:bodyPr>
            <a:normAutofit/>
          </a:bodyPr>
          <a:lstStyle/>
          <a:p>
            <a:r>
              <a:rPr lang="en-US" b="1" dirty="0"/>
              <a:t>U.S. Bureau of Labor Statistics: Local Area Unemployment Statistics</a:t>
            </a:r>
          </a:p>
          <a:p>
            <a:pPr lvl="1"/>
            <a:r>
              <a:rPr lang="en-US" dirty="0"/>
              <a:t>Reformatted variable names (Hyphens, empty spaces, snake case, lowercase, etc.)</a:t>
            </a:r>
          </a:p>
          <a:p>
            <a:pPr lvl="1"/>
            <a:r>
              <a:rPr lang="en-US" dirty="0"/>
              <a:t>Added a state name variable</a:t>
            </a:r>
          </a:p>
          <a:p>
            <a:pPr lvl="1"/>
            <a:r>
              <a:rPr lang="en-US" dirty="0"/>
              <a:t>Added a month variable</a:t>
            </a:r>
          </a:p>
          <a:p>
            <a:pPr lvl="1"/>
            <a:r>
              <a:rPr lang="en-US" dirty="0"/>
              <a:t>Added a state average percent change variable</a:t>
            </a:r>
          </a:p>
          <a:p>
            <a:pPr lvl="1"/>
            <a:endParaRPr lang="en-US" dirty="0"/>
          </a:p>
          <a:p>
            <a:r>
              <a:rPr lang="en-US" b="1" dirty="0"/>
              <a:t>U.S. Census Bureau Population Data</a:t>
            </a:r>
          </a:p>
          <a:p>
            <a:pPr lvl="1"/>
            <a:r>
              <a:rPr lang="en-US" dirty="0"/>
              <a:t>Reformatted variable names (Lowercase, remove “X” from variable names)</a:t>
            </a:r>
          </a:p>
          <a:p>
            <a:pPr lvl="1"/>
            <a:r>
              <a:rPr lang="en-US" dirty="0"/>
              <a:t>Reformat data (Long instead of tall)</a:t>
            </a:r>
          </a:p>
          <a:p>
            <a:pPr lvl="1"/>
            <a:r>
              <a:rPr lang="en-US" dirty="0"/>
              <a:t>Create population density variable</a:t>
            </a:r>
          </a:p>
        </p:txBody>
      </p:sp>
      <p:pic>
        <p:nvPicPr>
          <p:cNvPr id="8" name="Picture 7" descr="Codes on papers">
            <a:extLst>
              <a:ext uri="{FF2B5EF4-FFF2-40B4-BE49-F238E27FC236}">
                <a16:creationId xmlns:a16="http://schemas.microsoft.com/office/drawing/2014/main" id="{E2CF19B9-510E-170F-92A4-2EEEDE40473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328" r="26380" b="-1"/>
          <a:stretch>
            <a:fillRect/>
          </a:stretch>
        </p:blipFill>
        <p:spPr>
          <a:xfrm>
            <a:off x="7538689" y="10"/>
            <a:ext cx="4653311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26727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DF562-153A-9457-BD89-1B4E07AB6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EDA: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E443E2-AAF8-1AB6-F56C-35FB40CF5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F0028-8822-3F46-9369-4E11A89384E5}" type="datetime1">
              <a:rPr lang="en-US" smtClean="0"/>
              <a:pPr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CEC02D-8ADB-E4D3-57A4-AB9EBB3EA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Historical Unemployment in the United States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62B1F4-E8DD-5475-63E5-A44B6279F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40B778AE-8D30-EC43-B255-420E7914C179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6225ACA-528C-125F-EFC3-5477E247BB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1707" y="1899951"/>
            <a:ext cx="7484218" cy="4613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52154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377184-6C42-7610-BA6C-704EE35B7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48D67-6CDC-D243-B474-EE76067BF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2230" y="1027241"/>
            <a:ext cx="4136979" cy="1325562"/>
          </a:xfrm>
        </p:spPr>
        <p:txBody>
          <a:bodyPr/>
          <a:lstStyle/>
          <a:p>
            <a:r>
              <a:rPr lang="en-US" dirty="0"/>
              <a:t>General EDA / GIS Graph: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D9F58D-AF0F-8DA0-A132-7CD775061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F0028-8822-3F46-9369-4E11A89384E5}" type="datetime1">
              <a:rPr lang="en-US" smtClean="0"/>
              <a:pPr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BC4A79-3EEE-27DF-C908-5D621FA4A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Historical Unemployment in the United States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C3AF0B-317B-C5B2-0924-4117286B7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40B778AE-8D30-EC43-B255-420E7914C179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F7DB998-1C8A-7552-48A4-4AD6D6301F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67" y="3392688"/>
            <a:ext cx="6205274" cy="328284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736A338-1E24-1D8C-DCA9-6C6DC0567EE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95"/>
          <a:stretch>
            <a:fillRect/>
          </a:stretch>
        </p:blipFill>
        <p:spPr>
          <a:xfrm>
            <a:off x="5337524" y="66105"/>
            <a:ext cx="5955315" cy="3708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3137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73AF5A-B8A3-831F-C692-BBF14F66E4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89E9A-9FA9-DA2A-D992-E514A9853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Statistical Analysis: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FD96BF-392C-3257-9CDC-EA282D35F5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1828800"/>
            <a:ext cx="3100578" cy="4351337"/>
          </a:xfrm>
        </p:spPr>
        <p:txBody>
          <a:bodyPr/>
          <a:lstStyle/>
          <a:p>
            <a:r>
              <a:rPr lang="en-US" dirty="0"/>
              <a:t>Pearson Correlation Test for </a:t>
            </a:r>
            <a:r>
              <a:rPr lang="en-US" b="1" dirty="0"/>
              <a:t>ALL STATES </a:t>
            </a:r>
            <a:r>
              <a:rPr lang="en-US" dirty="0"/>
              <a:t>(Population density, unemployment)</a:t>
            </a:r>
          </a:p>
          <a:p>
            <a:pPr lvl="1"/>
            <a:r>
              <a:rPr lang="en-US" dirty="0"/>
              <a:t>p = 0.22</a:t>
            </a:r>
          </a:p>
          <a:p>
            <a:pPr lvl="1"/>
            <a:r>
              <a:rPr lang="en-US" dirty="0"/>
              <a:t>Correlation coefficient = 0.10</a:t>
            </a:r>
          </a:p>
          <a:p>
            <a:r>
              <a:rPr lang="en-US" dirty="0"/>
              <a:t>Retest Pearson, logarithmically transformed</a:t>
            </a:r>
          </a:p>
          <a:p>
            <a:pPr lvl="1"/>
            <a:r>
              <a:rPr lang="en-US" dirty="0"/>
              <a:t>p = 7.127e-11 (Near zero!)</a:t>
            </a:r>
          </a:p>
          <a:p>
            <a:pPr lvl="1"/>
            <a:r>
              <a:rPr lang="en-US" dirty="0"/>
              <a:t>Correlation coefficient = 0.50</a:t>
            </a:r>
          </a:p>
          <a:p>
            <a:pPr lvl="2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3D55BC-9347-3113-58EC-EF14B35C9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F0028-8822-3F46-9369-4E11A89384E5}" type="datetime1">
              <a:rPr lang="en-US" smtClean="0"/>
              <a:pPr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24EB76-9BEA-73E5-8D87-AB1D23FB0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Historical Unemployment in the United States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B1FB42-B11A-CA2C-8107-098A401A5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40B778AE-8D30-EC43-B255-420E7914C179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854C597-FFFF-98AD-3713-4848418539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0651" y="1828799"/>
            <a:ext cx="6380825" cy="3971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95216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18B756-DFDD-E98C-593A-40CC616DB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826B8-1921-DB8D-F060-EE97DEF1F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Statistical Analysis: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595F99-7D2C-01D1-274C-1A65B6075A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1828800"/>
            <a:ext cx="3100578" cy="435133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Pearson Correlation Test for </a:t>
            </a:r>
            <a:r>
              <a:rPr lang="en-US" b="1" dirty="0"/>
              <a:t>MY STATES</a:t>
            </a:r>
            <a:r>
              <a:rPr lang="en-US" dirty="0"/>
              <a:t> (Population density, unemployment)</a:t>
            </a:r>
          </a:p>
          <a:p>
            <a:pPr lvl="1"/>
            <a:r>
              <a:rPr lang="en-US" dirty="0"/>
              <a:t>p = 0.0946</a:t>
            </a:r>
          </a:p>
          <a:p>
            <a:pPr lvl="1"/>
            <a:r>
              <a:rPr lang="en-US" dirty="0"/>
              <a:t>Correlation coefficient = 0.2828599</a:t>
            </a:r>
          </a:p>
          <a:p>
            <a:pPr lvl="2"/>
            <a:r>
              <a:rPr lang="en-US" dirty="0"/>
              <a:t>Typically, lower density = higher unemployment (CA exception) </a:t>
            </a:r>
          </a:p>
          <a:p>
            <a:r>
              <a:rPr lang="en-US" dirty="0"/>
              <a:t>Retest Pearson, logarithmically transformed</a:t>
            </a:r>
          </a:p>
          <a:p>
            <a:pPr lvl="1"/>
            <a:r>
              <a:rPr lang="en-US" dirty="0"/>
              <a:t>p = 0.02295</a:t>
            </a:r>
          </a:p>
          <a:p>
            <a:pPr lvl="1"/>
            <a:r>
              <a:rPr lang="en-US" dirty="0"/>
              <a:t>Correlation coefficient = 0.3781806</a:t>
            </a:r>
          </a:p>
          <a:p>
            <a:pPr lvl="2"/>
            <a:endParaRPr lang="en-US" dirty="0"/>
          </a:p>
          <a:p>
            <a:pPr lvl="2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43F78A-8164-23C7-5FFD-E225C3AE55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F0028-8822-3F46-9369-4E11A89384E5}" type="datetime1">
              <a:rPr lang="en-US" smtClean="0"/>
              <a:pPr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64038E-DAF0-F245-2397-459872AF4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Historical Unemployment in the United States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EA2EF0-E0DF-7408-B92F-AA15BFD66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40B778AE-8D30-EC43-B255-420E7914C179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E979EE7-17F6-D05A-2BD4-FBAF8A5B7D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0120" y="1828801"/>
            <a:ext cx="6444392" cy="3981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29997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8079C-2732-0684-E796-727E3D7AC9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Statistical Analysis: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5BBF30-884C-8D22-2191-E27804CA41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F0028-8822-3F46-9369-4E11A89384E5}" type="datetime1">
              <a:rPr lang="en-US" smtClean="0"/>
              <a:pPr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FB34A9-3306-4EB9-9D82-7E65A8551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Historical Unemployment in the United States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3FB104-533B-333D-5918-0D9F66A71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40B778AE-8D30-EC43-B255-420E7914C179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7FC7ED1-24D8-9200-E8D5-7B9FF5780D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118" y="1956493"/>
            <a:ext cx="5321573" cy="328595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4DC2AEE9-BFC0-711D-F9DC-1FEA9960FF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2315" y="2986539"/>
            <a:ext cx="5354042" cy="3285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84123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30B3D270-B19D-4DB8-BD3C-3E707485B5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05541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1B9D8E-2123-4F92-BB8A-84F56CF37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058" y="836023"/>
            <a:ext cx="2718788" cy="5183777"/>
          </a:xfrm>
        </p:spPr>
        <p:txBody>
          <a:bodyPr anchor="ctr">
            <a:normAutofit/>
          </a:bodyPr>
          <a:lstStyle/>
          <a:p>
            <a:r>
              <a:rPr lang="en-US" sz="3600">
                <a:solidFill>
                  <a:srgbClr val="FFFFFF"/>
                </a:solidFill>
              </a:rPr>
              <a:t>Conclusion / Key Findings: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9BDAF94-B52E-4307-B54C-EF413086FC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266690-CC79-9885-C52A-C81832F4254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10797542" y="998537"/>
            <a:ext cx="1904999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F58F0028-8822-3F46-9369-4E11A89384E5}" type="datetime1">
              <a:rPr lang="en-US">
                <a:solidFill>
                  <a:srgbClr val="46464A">
                    <a:lumMod val="20000"/>
                    <a:lumOff val="80000"/>
                  </a:srgbClr>
                </a:solidFill>
              </a:rPr>
              <a:pPr>
                <a:spcAft>
                  <a:spcPts val="600"/>
                </a:spcAft>
              </a:pPr>
              <a:t>5/13/2026</a:t>
            </a:fld>
            <a:endParaRPr lang="en-US">
              <a:solidFill>
                <a:srgbClr val="46464A">
                  <a:lumMod val="20000"/>
                  <a:lumOff val="80000"/>
                </a:srgb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1ED5D4-D570-4C10-13A8-7D1959ADD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59341" y="4046537"/>
            <a:ext cx="3581400" cy="365125"/>
          </a:xfrm>
        </p:spPr>
        <p:txBody>
          <a:bodyPr>
            <a:normAutofit/>
          </a:bodyPr>
          <a:lstStyle/>
          <a:p>
            <a:r>
              <a:rPr lang="en-US" dirty="0"/>
              <a:t>Historical Unemployment in the United States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93D940-9515-6CCA-B40A-3A0777748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2840" y="6172200"/>
            <a:ext cx="914400" cy="5937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40B778AE-8D30-EC43-B255-420E7914C179}" type="slidenum">
              <a:rPr lang="en-US">
                <a:solidFill>
                  <a:srgbClr val="46464A">
                    <a:lumMod val="60000"/>
                    <a:lumOff val="40000"/>
                  </a:srgbClr>
                </a:solidFill>
              </a:rPr>
              <a:pPr>
                <a:lnSpc>
                  <a:spcPct val="90000"/>
                </a:lnSpc>
                <a:spcAft>
                  <a:spcPts val="600"/>
                </a:spcAft>
              </a:pPr>
              <a:t>11</a:t>
            </a:fld>
            <a:endParaRPr lang="en-US">
              <a:solidFill>
                <a:srgbClr val="46464A">
                  <a:lumMod val="60000"/>
                  <a:lumOff val="40000"/>
                </a:srgbClr>
              </a:solidFill>
            </a:endParaRPr>
          </a:p>
        </p:txBody>
      </p: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2A309084-6EE6-B7D7-8D60-03A86188D29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10649225"/>
              </p:ext>
            </p:extLst>
          </p:nvPr>
        </p:nvGraphicFramePr>
        <p:xfrm>
          <a:off x="4658815" y="804672"/>
          <a:ext cx="5990136" cy="52620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18434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60D26-8E32-F04E-6015-AE29068DA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Reflection:</a:t>
            </a:r>
          </a:p>
        </p:txBody>
      </p: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DEC3E101-003D-E861-3BC8-3B37CF34AC4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625635"/>
              </p:ext>
            </p:extLst>
          </p:nvPr>
        </p:nvGraphicFramePr>
        <p:xfrm>
          <a:off x="1261872" y="1828800"/>
          <a:ext cx="8595360" cy="43513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FA7968-19EE-BEE8-64CE-723B1E2AC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F0028-8822-3F46-9369-4E11A89384E5}" type="datetime1">
              <a:rPr lang="en-US" smtClean="0"/>
              <a:pPr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E60C48-50A9-680F-3543-F1387ACDD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Historical Unemployment in the United States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F7EC7C-10E0-0280-3CD2-941404236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40B778AE-8D30-EC43-B255-420E7914C179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275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76248C8-0720-48AB-91BA-5F530BB41E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22092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200D49-4DD8-D611-3270-68B09C1BC1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1" y="365760"/>
            <a:ext cx="9858383" cy="1325562"/>
          </a:xfrm>
        </p:spPr>
        <p:txBody>
          <a:bodyPr>
            <a:normAutofit/>
          </a:bodyPr>
          <a:lstStyle/>
          <a:p>
            <a:r>
              <a:rPr lang="en-US" dirty="0"/>
              <a:t>Next Steps: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23BEDA7-D0B8-4802-8168-92452653B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A3F296-4798-72F9-B5E5-1A8BB889B47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-495297" y="998537"/>
            <a:ext cx="1904999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F58F0028-8822-3F46-9369-4E11A89384E5}" type="datetime1">
              <a:rPr lang="en-US" smtClean="0"/>
              <a:pPr>
                <a:spcAft>
                  <a:spcPts val="600"/>
                </a:spcAft>
              </a:pPr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A4B3CC-E5A8-2CAA-25FE-AA181A6D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1333498" y="4046537"/>
            <a:ext cx="3581400" cy="365125"/>
          </a:xfrm>
        </p:spPr>
        <p:txBody>
          <a:bodyPr>
            <a:normAutofit/>
          </a:bodyPr>
          <a:lstStyle/>
          <a:p>
            <a:r>
              <a:rPr lang="en-US" dirty="0"/>
              <a:t>Historical Unemployment in the United States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FF00DB-A0BD-4277-FD38-49D896379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172200"/>
            <a:ext cx="914400" cy="5937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40B778AE-8D30-EC43-B255-420E7914C179}" type="slidenum">
              <a:rPr lang="en-US" smtClean="0"/>
              <a:pPr>
                <a:lnSpc>
                  <a:spcPct val="90000"/>
                </a:lnSpc>
                <a:spcAft>
                  <a:spcPts val="600"/>
                </a:spcAft>
              </a:pPr>
              <a:t>13</a:t>
            </a:fld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EFF34B-7B1A-4F9D-8CEE-A40962BC7C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763724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D0BC9AF1-E464-69A7-A247-7B5DDD8BED0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5868513"/>
              </p:ext>
            </p:extLst>
          </p:nvPr>
        </p:nvGraphicFramePr>
        <p:xfrm>
          <a:off x="1262063" y="2013055"/>
          <a:ext cx="9858191" cy="42014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703266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9BE33-21B8-E39C-298C-61FC9D840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 to:</a:t>
            </a:r>
          </a:p>
        </p:txBody>
      </p: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B2EDBCDA-F2D4-0B24-08B1-12A5FF869B6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02607130"/>
              </p:ext>
            </p:extLst>
          </p:nvPr>
        </p:nvGraphicFramePr>
        <p:xfrm>
          <a:off x="1261872" y="1828800"/>
          <a:ext cx="8595360" cy="43513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2160F1-C655-6B9A-0379-269F7543FC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F0028-8822-3F46-9369-4E11A89384E5}" type="datetime1">
              <a:rPr lang="en-US" smtClean="0"/>
              <a:pPr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D07BB0-88CF-D1BA-0523-ADECA2F3B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Historical Unemployment in the United States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37E3C4-B9A3-7098-30B8-EEAB6B683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40B778AE-8D30-EC43-B255-420E7914C179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6937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FB553-1D89-A8A3-DF53-6579AC779E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 / Comments / Concerns?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171A26-0902-FD85-D1BE-02F700B6B5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Sources:</a:t>
            </a:r>
          </a:p>
          <a:p>
            <a:pPr marL="0" indent="0">
              <a:buNone/>
            </a:pPr>
            <a:r>
              <a:rPr lang="en-US" dirty="0">
                <a:hlinkClick r:id="rId2"/>
              </a:rPr>
              <a:t>USAFacts.org</a:t>
            </a:r>
            <a:endParaRPr lang="en-US" dirty="0"/>
          </a:p>
          <a:p>
            <a:pPr marL="0" indent="0">
              <a:buNone/>
            </a:pPr>
            <a:r>
              <a:rPr lang="en-US" dirty="0">
                <a:hlinkClick r:id="rId3"/>
              </a:rPr>
              <a:t>AmericanCommunities.org</a:t>
            </a:r>
            <a:endParaRPr lang="en-US" dirty="0"/>
          </a:p>
          <a:p>
            <a:pPr marL="0" indent="0">
              <a:buNone/>
            </a:pPr>
            <a:r>
              <a:rPr lang="en-US" dirty="0">
                <a:hlinkClick r:id="rId4"/>
              </a:rPr>
              <a:t>CNN U.S. Jobs Report</a:t>
            </a:r>
            <a:endParaRPr lang="en-US" dirty="0"/>
          </a:p>
          <a:p>
            <a:pPr marL="0" indent="0">
              <a:buNone/>
            </a:pPr>
            <a:r>
              <a:rPr lang="en-US" dirty="0">
                <a:hlinkClick r:id="rId5"/>
              </a:rPr>
              <a:t>Investopedia.com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hlinkClick r:id="rId6"/>
              </a:rPr>
              <a:t>U.S. Bureau of Labor Statistics: Unemployment data</a:t>
            </a:r>
            <a:endParaRPr lang="en-US" dirty="0"/>
          </a:p>
          <a:p>
            <a:pPr marL="0" indent="0">
              <a:buNone/>
            </a:pPr>
            <a:r>
              <a:rPr lang="en-US" dirty="0">
                <a:hlinkClick r:id="rId7"/>
              </a:rPr>
              <a:t>U.S. Census Bureau: Population data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1CDF39-3013-0E1F-7009-D90E48095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F0028-8822-3F46-9369-4E11A89384E5}" type="datetime1">
              <a:rPr lang="en-US" smtClean="0"/>
              <a:pPr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3D5DF6-F4DA-78D4-3524-B8F2F56AD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Historical Unemployment in the United States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0E680E-77B3-504B-CFFE-A52864F0F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40B778AE-8D30-EC43-B255-420E7914C179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446022"/>
      </p:ext>
    </p:extLst>
  </p:cSld>
  <p:clrMapOvr>
    <a:masterClrMapping/>
  </p:clrMapOvr>
</p:sld>
</file>

<file path=ppt/theme/theme1.xml><?xml version="1.0" encoding="utf-8"?>
<a:theme xmlns:a="http://schemas.openxmlformats.org/drawingml/2006/main" name="Roman fresco">
  <a:themeElements>
    <a:clrScheme name="Roman Fresco">
      <a:dk1>
        <a:srgbClr val="000000"/>
      </a:dk1>
      <a:lt1>
        <a:srgbClr val="FFFFFF"/>
      </a:lt1>
      <a:dk2>
        <a:srgbClr val="000221"/>
      </a:dk2>
      <a:lt2>
        <a:srgbClr val="F3ECE1"/>
      </a:lt2>
      <a:accent1>
        <a:srgbClr val="11338A"/>
      </a:accent1>
      <a:accent2>
        <a:srgbClr val="E6B916"/>
      </a:accent2>
      <a:accent3>
        <a:srgbClr val="11338A"/>
      </a:accent3>
      <a:accent4>
        <a:srgbClr val="B9D2DF"/>
      </a:accent4>
      <a:accent5>
        <a:srgbClr val="412D2B"/>
      </a:accent5>
      <a:accent6>
        <a:srgbClr val="DB4C3F"/>
      </a:accent6>
      <a:hlink>
        <a:srgbClr val="467886"/>
      </a:hlink>
      <a:folHlink>
        <a:srgbClr val="96607D"/>
      </a:folHlink>
    </a:clrScheme>
    <a:fontScheme name="Custom 81">
      <a:majorFont>
        <a:latin typeface="Urdu Typesetting"/>
        <a:ea typeface=""/>
        <a:cs typeface=""/>
      </a:majorFont>
      <a:minorFont>
        <a:latin typeface="Univer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Roman Fresco_win32_EF_v3" id="{0AF11A7C-A41D-41B6-B350-8E2BC476B03D}" vid="{259414C7-5EB5-4AA2-A628-750D76F2361B}"/>
    </a:ext>
  </a:extLst>
</a:theme>
</file>

<file path=ppt/theme/theme2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78BD2F9-1572-4D37-B8FD-8AA9FD060A8C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68F5451F-E621-486E-8A64-50FEB3855E59}">
  <ds:schemaRefs>
    <ds:schemaRef ds:uri="16c05727-aa75-4e4a-9b5f-8a80a1165891"/>
    <ds:schemaRef ds:uri="230e9df3-be65-4c73-a93b-d1236ebd677e"/>
    <ds:schemaRef ds:uri="71af3243-3dd4-4a8d-8c0d-dd76da1f02a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4CC0A7E9-1715-433B-8855-F7DBB272AEE4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{9F972133-CB9B-459D-A145-87D3458DFFD5}331dd956-868b-498c-ac85-8754876205c5-TF91c547f1-df9a-4c72-b625-a0a7ba9e0dab_win32</Template>
  <TotalTime>1379</TotalTime>
  <Words>589</Words>
  <Application>Microsoft Office PowerPoint</Application>
  <PresentationFormat>Widescreen</PresentationFormat>
  <Paragraphs>135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Aptos</vt:lpstr>
      <vt:lpstr>Arial</vt:lpstr>
      <vt:lpstr>Century Schoolbook</vt:lpstr>
      <vt:lpstr>Univers Light</vt:lpstr>
      <vt:lpstr>Urdu Typesetting</vt:lpstr>
      <vt:lpstr>Wingdings 2</vt:lpstr>
      <vt:lpstr>Roman fresco</vt:lpstr>
      <vt:lpstr>View</vt:lpstr>
      <vt:lpstr>Historical Unemployment in the United States</vt:lpstr>
      <vt:lpstr>Why This Matters:</vt:lpstr>
      <vt:lpstr>Tools Used:</vt:lpstr>
      <vt:lpstr>Goals:</vt:lpstr>
      <vt:lpstr>Data Sources:</vt:lpstr>
      <vt:lpstr>General EDA:</vt:lpstr>
      <vt:lpstr>General EDA / GIS Graph:</vt:lpstr>
      <vt:lpstr>Statistical Analysis:</vt:lpstr>
      <vt:lpstr>Statistical Analysis:</vt:lpstr>
      <vt:lpstr>Statistical Analysis:</vt:lpstr>
      <vt:lpstr>Conclusion / Key Findings:</vt:lpstr>
      <vt:lpstr>Reflection:</vt:lpstr>
      <vt:lpstr>Next Steps:</vt:lpstr>
      <vt:lpstr>Thank you to:</vt:lpstr>
      <vt:lpstr>Questions / Comments / Concerns?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Rhodes, Ria N</dc:creator>
  <cp:lastModifiedBy>Rhodes, Ria N</cp:lastModifiedBy>
  <cp:revision>5</cp:revision>
  <dcterms:created xsi:type="dcterms:W3CDTF">2026-05-07T07:33:45Z</dcterms:created>
  <dcterms:modified xsi:type="dcterms:W3CDTF">2026-05-14T09:30:39Z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